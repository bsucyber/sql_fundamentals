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handoutMasterIdLst>
    <p:handoutMasterId r:id="rId35"/>
  </p:handoutMasterIdLst>
  <p:sldIdLst>
    <p:sldId id="281" r:id="rId5"/>
    <p:sldId id="284" r:id="rId6"/>
    <p:sldId id="278" r:id="rId7"/>
    <p:sldId id="261" r:id="rId8"/>
    <p:sldId id="279"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300" r:id="rId23"/>
    <p:sldId id="299" r:id="rId24"/>
    <p:sldId id="301" r:id="rId25"/>
    <p:sldId id="302" r:id="rId26"/>
    <p:sldId id="303" r:id="rId27"/>
    <p:sldId id="304" r:id="rId28"/>
    <p:sldId id="308" r:id="rId29"/>
    <p:sldId id="305" r:id="rId30"/>
    <p:sldId id="306" r:id="rId31"/>
    <p:sldId id="285" r:id="rId32"/>
    <p:sldId id="28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554227-C953-853B-41ED-42A1AE020C43}" v="807" dt="2026-01-29T16:32:54.199"/>
    <p1510:client id="{53580579-1467-131A-B370-9CF97B099229}" v="1084" dt="2026-01-29T15:32:29.518"/>
    <p1510:client id="{C54D674C-1A89-68F0-FA85-55085CFCD065}" v="2677" dt="2026-01-29T06:17:27.343"/>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879" autoAdjust="0"/>
  </p:normalViewPr>
  <p:slideViewPr>
    <p:cSldViewPr snapToGrid="0">
      <p:cViewPr varScale="1">
        <p:scale>
          <a:sx n="157" d="100"/>
          <a:sy n="157" d="100"/>
        </p:scale>
        <p:origin x="234" y="138"/>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cker, Ian" userId="S::ian.tricker@bsu.edu::54c2bf8c-5066-4f36-bb73-32e30d347a8b" providerId="AD" clId="Web-{C54D674C-1A89-68F0-FA85-55085CFCD065}"/>
    <pc:docChg chg="addSld delSld modSld">
      <pc:chgData name="Tricker, Ian" userId="S::ian.tricker@bsu.edu::54c2bf8c-5066-4f36-bb73-32e30d347a8b" providerId="AD" clId="Web-{C54D674C-1A89-68F0-FA85-55085CFCD065}" dt="2026-01-29T06:17:26.858" v="2617" actId="20577"/>
      <pc:docMkLst>
        <pc:docMk/>
      </pc:docMkLst>
      <pc:sldChg chg="addSp delSp modSp">
        <pc:chgData name="Tricker, Ian" userId="S::ian.tricker@bsu.edu::54c2bf8c-5066-4f36-bb73-32e30d347a8b" providerId="AD" clId="Web-{C54D674C-1A89-68F0-FA85-55085CFCD065}" dt="2026-01-29T04:07:29.003" v="276" actId="20577"/>
        <pc:sldMkLst>
          <pc:docMk/>
          <pc:sldMk cId="3666674671" sldId="261"/>
        </pc:sldMkLst>
        <pc:spChg chg="mod">
          <ac:chgData name="Tricker, Ian" userId="S::ian.tricker@bsu.edu::54c2bf8c-5066-4f36-bb73-32e30d347a8b" providerId="AD" clId="Web-{C54D674C-1A89-68F0-FA85-55085CFCD065}" dt="2026-01-29T04:00:46.603" v="76"/>
          <ac:spMkLst>
            <pc:docMk/>
            <pc:sldMk cId="3666674671" sldId="261"/>
            <ac:spMk id="2" creationId="{9635F5E3-2B1C-7C0A-8581-67A9052D13AA}"/>
          </ac:spMkLst>
        </pc:spChg>
        <pc:spChg chg="add del mod">
          <ac:chgData name="Tricker, Ian" userId="S::ian.tricker@bsu.edu::54c2bf8c-5066-4f36-bb73-32e30d347a8b" providerId="AD" clId="Web-{C54D674C-1A89-68F0-FA85-55085CFCD065}" dt="2026-01-29T04:07:29.003" v="276" actId="20577"/>
          <ac:spMkLst>
            <pc:docMk/>
            <pc:sldMk cId="3666674671" sldId="261"/>
            <ac:spMk id="3" creationId="{A6A33159-D030-2F82-A142-F75940728319}"/>
          </ac:spMkLst>
        </pc:spChg>
        <pc:spChg chg="add del">
          <ac:chgData name="Tricker, Ian" userId="S::ian.tricker@bsu.edu::54c2bf8c-5066-4f36-bb73-32e30d347a8b" providerId="AD" clId="Web-{C54D674C-1A89-68F0-FA85-55085CFCD065}" dt="2026-01-29T04:00:59.009" v="78"/>
          <ac:spMkLst>
            <pc:docMk/>
            <pc:sldMk cId="3666674671" sldId="261"/>
            <ac:spMk id="5" creationId="{7BC9E2B6-E71F-F321-077C-3944CC419D49}"/>
          </ac:spMkLst>
        </pc:spChg>
        <pc:spChg chg="add del mod">
          <ac:chgData name="Tricker, Ian" userId="S::ian.tricker@bsu.edu::54c2bf8c-5066-4f36-bb73-32e30d347a8b" providerId="AD" clId="Web-{C54D674C-1A89-68F0-FA85-55085CFCD065}" dt="2026-01-29T04:00:46.603" v="76"/>
          <ac:spMkLst>
            <pc:docMk/>
            <pc:sldMk cId="3666674671" sldId="261"/>
            <ac:spMk id="11" creationId="{1954282A-A77C-1C5D-AF05-720D49101124}"/>
          </ac:spMkLst>
        </pc:spChg>
        <pc:picChg chg="add del mod ord">
          <ac:chgData name="Tricker, Ian" userId="S::ian.tricker@bsu.edu::54c2bf8c-5066-4f36-bb73-32e30d347a8b" providerId="AD" clId="Web-{C54D674C-1A89-68F0-FA85-55085CFCD065}" dt="2026-01-29T03:59:53.944" v="69"/>
          <ac:picMkLst>
            <pc:docMk/>
            <pc:sldMk cId="3666674671" sldId="261"/>
            <ac:picMk id="4" creationId="{23E031D1-BC30-5667-0410-11B1D45A5FCE}"/>
          </ac:picMkLst>
        </pc:picChg>
        <pc:picChg chg="add del mod ord">
          <ac:chgData name="Tricker, Ian" userId="S::ian.tricker@bsu.edu::54c2bf8c-5066-4f36-bb73-32e30d347a8b" providerId="AD" clId="Web-{C54D674C-1A89-68F0-FA85-55085CFCD065}" dt="2026-01-29T04:00:51.400" v="77"/>
          <ac:picMkLst>
            <pc:docMk/>
            <pc:sldMk cId="3666674671" sldId="261"/>
            <ac:picMk id="6" creationId="{F00D2140-F93D-0460-4143-83CCC141CC02}"/>
          </ac:picMkLst>
        </pc:picChg>
        <pc:picChg chg="add mod ord">
          <ac:chgData name="Tricker, Ian" userId="S::ian.tricker@bsu.edu::54c2bf8c-5066-4f36-bb73-32e30d347a8b" providerId="AD" clId="Web-{C54D674C-1A89-68F0-FA85-55085CFCD065}" dt="2026-01-29T04:00:59.009" v="78"/>
          <ac:picMkLst>
            <pc:docMk/>
            <pc:sldMk cId="3666674671" sldId="261"/>
            <ac:picMk id="7" creationId="{3F1EE2BB-EB2D-B445-9375-14B65B3D00F9}"/>
          </ac:picMkLst>
        </pc:picChg>
      </pc:sldChg>
      <pc:sldChg chg="modSp">
        <pc:chgData name="Tricker, Ian" userId="S::ian.tricker@bsu.edu::54c2bf8c-5066-4f36-bb73-32e30d347a8b" providerId="AD" clId="Web-{C54D674C-1A89-68F0-FA85-55085CFCD065}" dt="2026-01-29T03:59:00.926" v="50" actId="20577"/>
        <pc:sldMkLst>
          <pc:docMk/>
          <pc:sldMk cId="3930438526" sldId="278"/>
        </pc:sldMkLst>
        <pc:spChg chg="mod">
          <ac:chgData name="Tricker, Ian" userId="S::ian.tricker@bsu.edu::54c2bf8c-5066-4f36-bb73-32e30d347a8b" providerId="AD" clId="Web-{C54D674C-1A89-68F0-FA85-55085CFCD065}" dt="2026-01-29T03:59:00.926" v="50" actId="20577"/>
          <ac:spMkLst>
            <pc:docMk/>
            <pc:sldMk cId="3930438526" sldId="278"/>
            <ac:spMk id="2" creationId="{954ABE40-AA00-F366-A36A-B3F1AADBF025}"/>
          </ac:spMkLst>
        </pc:spChg>
      </pc:sldChg>
      <pc:sldChg chg="addSp delSp modSp">
        <pc:chgData name="Tricker, Ian" userId="S::ian.tricker@bsu.edu::54c2bf8c-5066-4f36-bb73-32e30d347a8b" providerId="AD" clId="Web-{C54D674C-1A89-68F0-FA85-55085CFCD065}" dt="2026-01-29T04:21:13.329" v="644" actId="20577"/>
        <pc:sldMkLst>
          <pc:docMk/>
          <pc:sldMk cId="2243159397" sldId="279"/>
        </pc:sldMkLst>
        <pc:spChg chg="mod">
          <ac:chgData name="Tricker, Ian" userId="S::ian.tricker@bsu.edu::54c2bf8c-5066-4f36-bb73-32e30d347a8b" providerId="AD" clId="Web-{C54D674C-1A89-68F0-FA85-55085CFCD065}" dt="2026-01-29T04:09:54.365" v="322" actId="20577"/>
          <ac:spMkLst>
            <pc:docMk/>
            <pc:sldMk cId="2243159397" sldId="279"/>
            <ac:spMk id="2" creationId="{47A9874B-BCA9-8420-1595-EDD1865A099A}"/>
          </ac:spMkLst>
        </pc:spChg>
        <pc:spChg chg="add del mod">
          <ac:chgData name="Tricker, Ian" userId="S::ian.tricker@bsu.edu::54c2bf8c-5066-4f36-bb73-32e30d347a8b" providerId="AD" clId="Web-{C54D674C-1A89-68F0-FA85-55085CFCD065}" dt="2026-01-29T04:08:55.520" v="293"/>
          <ac:spMkLst>
            <pc:docMk/>
            <pc:sldMk cId="2243159397" sldId="279"/>
            <ac:spMk id="3" creationId="{68A5FD2B-E3E5-1C2B-0151-21F216B14A33}"/>
          </ac:spMkLst>
        </pc:spChg>
        <pc:spChg chg="add del mod">
          <ac:chgData name="Tricker, Ian" userId="S::ian.tricker@bsu.edu::54c2bf8c-5066-4f36-bb73-32e30d347a8b" providerId="AD" clId="Web-{C54D674C-1A89-68F0-FA85-55085CFCD065}" dt="2026-01-29T04:21:13.329" v="644" actId="20577"/>
          <ac:spMkLst>
            <pc:docMk/>
            <pc:sldMk cId="2243159397" sldId="279"/>
            <ac:spMk id="4" creationId="{ACFBB810-3430-2C29-1AA0-9744AA0A1AA3}"/>
          </ac:spMkLst>
        </pc:spChg>
        <pc:picChg chg="add del mod ord">
          <ac:chgData name="Tricker, Ian" userId="S::ian.tricker@bsu.edu::54c2bf8c-5066-4f36-bb73-32e30d347a8b" providerId="AD" clId="Web-{C54D674C-1A89-68F0-FA85-55085CFCD065}" dt="2026-01-29T04:07:51.738" v="279"/>
          <ac:picMkLst>
            <pc:docMk/>
            <pc:sldMk cId="2243159397" sldId="279"/>
            <ac:picMk id="6" creationId="{1463FB9A-EEB2-5E11-1705-A4129A899E63}"/>
          </ac:picMkLst>
        </pc:picChg>
        <pc:picChg chg="add del mod ord">
          <ac:chgData name="Tricker, Ian" userId="S::ian.tricker@bsu.edu::54c2bf8c-5066-4f36-bb73-32e30d347a8b" providerId="AD" clId="Web-{C54D674C-1A89-68F0-FA85-55085CFCD065}" dt="2026-01-29T04:08:04.051" v="281"/>
          <ac:picMkLst>
            <pc:docMk/>
            <pc:sldMk cId="2243159397" sldId="279"/>
            <ac:picMk id="7" creationId="{E707247C-7E26-906B-03CF-1015052F6FB8}"/>
          </ac:picMkLst>
        </pc:picChg>
        <pc:picChg chg="add del mod ord">
          <ac:chgData name="Tricker, Ian" userId="S::ian.tricker@bsu.edu::54c2bf8c-5066-4f36-bb73-32e30d347a8b" providerId="AD" clId="Web-{C54D674C-1A89-68F0-FA85-55085CFCD065}" dt="2026-01-29T04:08:07.941" v="283"/>
          <ac:picMkLst>
            <pc:docMk/>
            <pc:sldMk cId="2243159397" sldId="279"/>
            <ac:picMk id="8" creationId="{61120A2D-8027-C65B-A9E7-25FB4E6A8940}"/>
          </ac:picMkLst>
        </pc:picChg>
        <pc:picChg chg="add del mod ord">
          <ac:chgData name="Tricker, Ian" userId="S::ian.tricker@bsu.edu::54c2bf8c-5066-4f36-bb73-32e30d347a8b" providerId="AD" clId="Web-{C54D674C-1A89-68F0-FA85-55085CFCD065}" dt="2026-01-29T04:08:50.067" v="292"/>
          <ac:picMkLst>
            <pc:docMk/>
            <pc:sldMk cId="2243159397" sldId="279"/>
            <ac:picMk id="9" creationId="{A3297195-E239-F6BA-A03D-3C30F5E75961}"/>
          </ac:picMkLst>
        </pc:picChg>
        <pc:picChg chg="add mod ord">
          <ac:chgData name="Tricker, Ian" userId="S::ian.tricker@bsu.edu::54c2bf8c-5066-4f36-bb73-32e30d347a8b" providerId="AD" clId="Web-{C54D674C-1A89-68F0-FA85-55085CFCD065}" dt="2026-01-29T04:09:18.286" v="300" actId="14100"/>
          <ac:picMkLst>
            <pc:docMk/>
            <pc:sldMk cId="2243159397" sldId="279"/>
            <ac:picMk id="10" creationId="{748BF0D2-5CC5-998B-72C1-E9CBEFAF5846}"/>
          </ac:picMkLst>
        </pc:picChg>
        <pc:picChg chg="add del mod">
          <ac:chgData name="Tricker, Ian" userId="S::ian.tricker@bsu.edu::54c2bf8c-5066-4f36-bb73-32e30d347a8b" providerId="AD" clId="Web-{C54D674C-1A89-68F0-FA85-55085CFCD065}" dt="2026-01-29T04:14:13.836" v="378"/>
          <ac:picMkLst>
            <pc:docMk/>
            <pc:sldMk cId="2243159397" sldId="279"/>
            <ac:picMk id="11" creationId="{668BCE6C-7052-F3A2-DE15-1D7CDB556F85}"/>
          </ac:picMkLst>
        </pc:picChg>
      </pc:sldChg>
      <pc:sldChg chg="modSp">
        <pc:chgData name="Tricker, Ian" userId="S::ian.tricker@bsu.edu::54c2bf8c-5066-4f36-bb73-32e30d347a8b" providerId="AD" clId="Web-{C54D674C-1A89-68F0-FA85-55085CFCD065}" dt="2026-01-29T03:59:10.395" v="53" actId="20577"/>
        <pc:sldMkLst>
          <pc:docMk/>
          <pc:sldMk cId="1672017990" sldId="284"/>
        </pc:sldMkLst>
        <pc:spChg chg="mod">
          <ac:chgData name="Tricker, Ian" userId="S::ian.tricker@bsu.edu::54c2bf8c-5066-4f36-bb73-32e30d347a8b" providerId="AD" clId="Web-{C54D674C-1A89-68F0-FA85-55085CFCD065}" dt="2026-01-29T03:59:10.395" v="53" actId="20577"/>
          <ac:spMkLst>
            <pc:docMk/>
            <pc:sldMk cId="1672017990" sldId="284"/>
            <ac:spMk id="3" creationId="{992EC4A8-49EE-CF82-CFDC-BA9308ED0D65}"/>
          </ac:spMkLst>
        </pc:spChg>
      </pc:sldChg>
      <pc:sldChg chg="addSp delSp modSp add replId">
        <pc:chgData name="Tricker, Ian" userId="S::ian.tricker@bsu.edu::54c2bf8c-5066-4f36-bb73-32e30d347a8b" providerId="AD" clId="Web-{C54D674C-1A89-68F0-FA85-55085CFCD065}" dt="2026-01-29T04:18:07.912" v="470" actId="20577"/>
        <pc:sldMkLst>
          <pc:docMk/>
          <pc:sldMk cId="2352400539" sldId="286"/>
        </pc:sldMkLst>
        <pc:spChg chg="mod">
          <ac:chgData name="Tricker, Ian" userId="S::ian.tricker@bsu.edu::54c2bf8c-5066-4f36-bb73-32e30d347a8b" providerId="AD" clId="Web-{C54D674C-1A89-68F0-FA85-55085CFCD065}" dt="2026-01-29T04:14:58.652" v="387" actId="20577"/>
          <ac:spMkLst>
            <pc:docMk/>
            <pc:sldMk cId="2352400539" sldId="286"/>
            <ac:spMk id="2" creationId="{0F63D114-40C6-4F17-B3B4-0B12D6D0BB0E}"/>
          </ac:spMkLst>
        </pc:spChg>
        <pc:spChg chg="mod">
          <ac:chgData name="Tricker, Ian" userId="S::ian.tricker@bsu.edu::54c2bf8c-5066-4f36-bb73-32e30d347a8b" providerId="AD" clId="Web-{C54D674C-1A89-68F0-FA85-55085CFCD065}" dt="2026-01-29T04:18:07.912" v="470" actId="20577"/>
          <ac:spMkLst>
            <pc:docMk/>
            <pc:sldMk cId="2352400539" sldId="286"/>
            <ac:spMk id="3" creationId="{2F238174-C681-51A7-DF50-A3B00099B1C8}"/>
          </ac:spMkLst>
        </pc:spChg>
        <pc:spChg chg="del">
          <ac:chgData name="Tricker, Ian" userId="S::ian.tricker@bsu.edu::54c2bf8c-5066-4f36-bb73-32e30d347a8b" providerId="AD" clId="Web-{C54D674C-1A89-68F0-FA85-55085CFCD065}" dt="2026-01-29T04:14:20.306" v="380"/>
          <ac:spMkLst>
            <pc:docMk/>
            <pc:sldMk cId="2352400539" sldId="286"/>
            <ac:spMk id="4" creationId="{6AD5A0DD-F8EF-B980-B785-1B05999A835B}"/>
          </ac:spMkLst>
        </pc:spChg>
        <pc:picChg chg="add mod ord">
          <ac:chgData name="Tricker, Ian" userId="S::ian.tricker@bsu.edu::54c2bf8c-5066-4f36-bb73-32e30d347a8b" providerId="AD" clId="Web-{C54D674C-1A89-68F0-FA85-55085CFCD065}" dt="2026-01-29T04:14:38.823" v="386" actId="1076"/>
          <ac:picMkLst>
            <pc:docMk/>
            <pc:sldMk cId="2352400539" sldId="286"/>
            <ac:picMk id="6" creationId="{CF2633A6-0A55-2E83-7E4C-2EF2590906A6}"/>
          </ac:picMkLst>
        </pc:picChg>
      </pc:sldChg>
      <pc:sldChg chg="addSp delSp modSp add replId">
        <pc:chgData name="Tricker, Ian" userId="S::ian.tricker@bsu.edu::54c2bf8c-5066-4f36-bb73-32e30d347a8b" providerId="AD" clId="Web-{C54D674C-1A89-68F0-FA85-55085CFCD065}" dt="2026-01-29T04:26:49.803" v="847" actId="20577"/>
        <pc:sldMkLst>
          <pc:docMk/>
          <pc:sldMk cId="2873894355" sldId="287"/>
        </pc:sldMkLst>
        <pc:spChg chg="mod">
          <ac:chgData name="Tricker, Ian" userId="S::ian.tricker@bsu.edu::54c2bf8c-5066-4f36-bb73-32e30d347a8b" providerId="AD" clId="Web-{C54D674C-1A89-68F0-FA85-55085CFCD065}" dt="2026-01-29T04:21:41.142" v="652" actId="20577"/>
          <ac:spMkLst>
            <pc:docMk/>
            <pc:sldMk cId="2873894355" sldId="287"/>
            <ac:spMk id="2" creationId="{AD4CD92C-8AD7-7BBD-8174-6D36D8953DD9}"/>
          </ac:spMkLst>
        </pc:spChg>
        <pc:spChg chg="del mod">
          <ac:chgData name="Tricker, Ian" userId="S::ian.tricker@bsu.edu::54c2bf8c-5066-4f36-bb73-32e30d347a8b" providerId="AD" clId="Web-{C54D674C-1A89-68F0-FA85-55085CFCD065}" dt="2026-01-29T04:22:09.627" v="653"/>
          <ac:spMkLst>
            <pc:docMk/>
            <pc:sldMk cId="2873894355" sldId="287"/>
            <ac:spMk id="3" creationId="{AAD1F774-1C49-8FC2-CE94-DD2B1E390B2F}"/>
          </ac:spMkLst>
        </pc:spChg>
        <pc:spChg chg="mod">
          <ac:chgData name="Tricker, Ian" userId="S::ian.tricker@bsu.edu::54c2bf8c-5066-4f36-bb73-32e30d347a8b" providerId="AD" clId="Web-{C54D674C-1A89-68F0-FA85-55085CFCD065}" dt="2026-01-29T04:26:49.803" v="847" actId="20577"/>
          <ac:spMkLst>
            <pc:docMk/>
            <pc:sldMk cId="2873894355" sldId="287"/>
            <ac:spMk id="4" creationId="{F15E79C7-4A00-A7B7-60F3-7BBC004227B9}"/>
          </ac:spMkLst>
        </pc:spChg>
        <pc:picChg chg="add mod ord">
          <ac:chgData name="Tricker, Ian" userId="S::ian.tricker@bsu.edu::54c2bf8c-5066-4f36-bb73-32e30d347a8b" providerId="AD" clId="Web-{C54D674C-1A89-68F0-FA85-55085CFCD065}" dt="2026-01-29T04:22:46.972" v="666" actId="1076"/>
          <ac:picMkLst>
            <pc:docMk/>
            <pc:sldMk cId="2873894355" sldId="287"/>
            <ac:picMk id="6" creationId="{00777782-20A4-F206-3AF9-0EA78B335F09}"/>
          </ac:picMkLst>
        </pc:picChg>
      </pc:sldChg>
      <pc:sldChg chg="addSp delSp modSp add replId">
        <pc:chgData name="Tricker, Ian" userId="S::ian.tricker@bsu.edu::54c2bf8c-5066-4f36-bb73-32e30d347a8b" providerId="AD" clId="Web-{C54D674C-1A89-68F0-FA85-55085CFCD065}" dt="2026-01-29T04:45:54.466" v="1175" actId="20577"/>
        <pc:sldMkLst>
          <pc:docMk/>
          <pc:sldMk cId="341210031" sldId="288"/>
        </pc:sldMkLst>
        <pc:spChg chg="mod">
          <ac:chgData name="Tricker, Ian" userId="S::ian.tricker@bsu.edu::54c2bf8c-5066-4f36-bb73-32e30d347a8b" providerId="AD" clId="Web-{C54D674C-1A89-68F0-FA85-55085CFCD065}" dt="2026-01-29T04:35:49.852" v="965" actId="20577"/>
          <ac:spMkLst>
            <pc:docMk/>
            <pc:sldMk cId="341210031" sldId="288"/>
            <ac:spMk id="2" creationId="{0A228BC6-CE33-9999-37C8-6E064887A8A7}"/>
          </ac:spMkLst>
        </pc:spChg>
        <pc:spChg chg="del mod">
          <ac:chgData name="Tricker, Ian" userId="S::ian.tricker@bsu.edu::54c2bf8c-5066-4f36-bb73-32e30d347a8b" providerId="AD" clId="Web-{C54D674C-1A89-68F0-FA85-55085CFCD065}" dt="2026-01-29T04:35:16.366" v="948"/>
          <ac:spMkLst>
            <pc:docMk/>
            <pc:sldMk cId="341210031" sldId="288"/>
            <ac:spMk id="3" creationId="{9B080BF1-493D-2425-3DB3-BF2FAA39B90E}"/>
          </ac:spMkLst>
        </pc:spChg>
        <pc:spChg chg="mod">
          <ac:chgData name="Tricker, Ian" userId="S::ian.tricker@bsu.edu::54c2bf8c-5066-4f36-bb73-32e30d347a8b" providerId="AD" clId="Web-{C54D674C-1A89-68F0-FA85-55085CFCD065}" dt="2026-01-29T04:45:54.466" v="1175" actId="20577"/>
          <ac:spMkLst>
            <pc:docMk/>
            <pc:sldMk cId="341210031" sldId="288"/>
            <ac:spMk id="4" creationId="{3DA8944E-79AA-A7F9-D349-310C0645F63B}"/>
          </ac:spMkLst>
        </pc:spChg>
        <pc:picChg chg="add mod ord">
          <ac:chgData name="Tricker, Ian" userId="S::ian.tricker@bsu.edu::54c2bf8c-5066-4f36-bb73-32e30d347a8b" providerId="AD" clId="Web-{C54D674C-1A89-68F0-FA85-55085CFCD065}" dt="2026-01-29T04:35:21.679" v="951" actId="1076"/>
          <ac:picMkLst>
            <pc:docMk/>
            <pc:sldMk cId="341210031" sldId="288"/>
            <ac:picMk id="6" creationId="{FE50BD1A-ED90-335F-2D8A-666EEEC8700F}"/>
          </ac:picMkLst>
        </pc:picChg>
      </pc:sldChg>
      <pc:sldChg chg="addSp delSp modSp add replId">
        <pc:chgData name="Tricker, Ian" userId="S::ian.tricker@bsu.edu::54c2bf8c-5066-4f36-bb73-32e30d347a8b" providerId="AD" clId="Web-{C54D674C-1A89-68F0-FA85-55085CFCD065}" dt="2026-01-29T04:46:05.341" v="1179" actId="20577"/>
        <pc:sldMkLst>
          <pc:docMk/>
          <pc:sldMk cId="3563346681" sldId="289"/>
        </pc:sldMkLst>
        <pc:spChg chg="mod">
          <ac:chgData name="Tricker, Ian" userId="S::ian.tricker@bsu.edu::54c2bf8c-5066-4f36-bb73-32e30d347a8b" providerId="AD" clId="Web-{C54D674C-1A89-68F0-FA85-55085CFCD065}" dt="2026-01-29T04:36:46.198" v="995" actId="20577"/>
          <ac:spMkLst>
            <pc:docMk/>
            <pc:sldMk cId="3563346681" sldId="289"/>
            <ac:spMk id="2" creationId="{300ADFA2-A1FB-C02F-1956-E8F4C4F48B79}"/>
          </ac:spMkLst>
        </pc:spChg>
        <pc:spChg chg="del">
          <ac:chgData name="Tricker, Ian" userId="S::ian.tricker@bsu.edu::54c2bf8c-5066-4f36-bb73-32e30d347a8b" providerId="AD" clId="Web-{C54D674C-1A89-68F0-FA85-55085CFCD065}" dt="2026-01-29T04:42:10.402" v="1101"/>
          <ac:spMkLst>
            <pc:docMk/>
            <pc:sldMk cId="3563346681" sldId="289"/>
            <ac:spMk id="3" creationId="{605D0C78-F096-115F-5D36-A3848D1EF54F}"/>
          </ac:spMkLst>
        </pc:spChg>
        <pc:spChg chg="mod">
          <ac:chgData name="Tricker, Ian" userId="S::ian.tricker@bsu.edu::54c2bf8c-5066-4f36-bb73-32e30d347a8b" providerId="AD" clId="Web-{C54D674C-1A89-68F0-FA85-55085CFCD065}" dt="2026-01-29T04:46:05.341" v="1179" actId="20577"/>
          <ac:spMkLst>
            <pc:docMk/>
            <pc:sldMk cId="3563346681" sldId="289"/>
            <ac:spMk id="4" creationId="{D342981A-3AA0-D8B0-8DD4-0B741FD1A2BB}"/>
          </ac:spMkLst>
        </pc:spChg>
        <pc:picChg chg="add mod ord">
          <ac:chgData name="Tricker, Ian" userId="S::ian.tricker@bsu.edu::54c2bf8c-5066-4f36-bb73-32e30d347a8b" providerId="AD" clId="Web-{C54D674C-1A89-68F0-FA85-55085CFCD065}" dt="2026-01-29T04:42:42.747" v="1108" actId="14100"/>
          <ac:picMkLst>
            <pc:docMk/>
            <pc:sldMk cId="3563346681" sldId="289"/>
            <ac:picMk id="6" creationId="{449A1ADA-713B-CB5D-7639-143506754A30}"/>
          </ac:picMkLst>
        </pc:picChg>
      </pc:sldChg>
      <pc:sldChg chg="addSp delSp modSp add replId">
        <pc:chgData name="Tricker, Ian" userId="S::ian.tricker@bsu.edu::54c2bf8c-5066-4f36-bb73-32e30d347a8b" providerId="AD" clId="Web-{C54D674C-1A89-68F0-FA85-55085CFCD065}" dt="2026-01-29T04:53:17.662" v="1359" actId="1076"/>
        <pc:sldMkLst>
          <pc:docMk/>
          <pc:sldMk cId="1955067130" sldId="290"/>
        </pc:sldMkLst>
        <pc:spChg chg="mod">
          <ac:chgData name="Tricker, Ian" userId="S::ian.tricker@bsu.edu::54c2bf8c-5066-4f36-bb73-32e30d347a8b" providerId="AD" clId="Web-{C54D674C-1A89-68F0-FA85-55085CFCD065}" dt="2026-01-29T04:43:15.216" v="1122" actId="20577"/>
          <ac:spMkLst>
            <pc:docMk/>
            <pc:sldMk cId="1955067130" sldId="290"/>
            <ac:spMk id="2" creationId="{A6A579AA-2A54-944C-42FD-84DEC4F59601}"/>
          </ac:spMkLst>
        </pc:spChg>
        <pc:spChg chg="del mod">
          <ac:chgData name="Tricker, Ian" userId="S::ian.tricker@bsu.edu::54c2bf8c-5066-4f36-bb73-32e30d347a8b" providerId="AD" clId="Web-{C54D674C-1A89-68F0-FA85-55085CFCD065}" dt="2026-01-29T04:53:03.537" v="1354"/>
          <ac:spMkLst>
            <pc:docMk/>
            <pc:sldMk cId="1955067130" sldId="290"/>
            <ac:spMk id="3" creationId="{5FA22353-F422-ED2F-95A4-1D28241B2E3C}"/>
          </ac:spMkLst>
        </pc:spChg>
        <pc:spChg chg="mod">
          <ac:chgData name="Tricker, Ian" userId="S::ian.tricker@bsu.edu::54c2bf8c-5066-4f36-bb73-32e30d347a8b" providerId="AD" clId="Web-{C54D674C-1A89-68F0-FA85-55085CFCD065}" dt="2026-01-29T04:50:18.114" v="1353" actId="20577"/>
          <ac:spMkLst>
            <pc:docMk/>
            <pc:sldMk cId="1955067130" sldId="290"/>
            <ac:spMk id="4" creationId="{588DD4A8-075B-6816-19FA-3CECA566A38E}"/>
          </ac:spMkLst>
        </pc:spChg>
        <pc:picChg chg="add mod ord">
          <ac:chgData name="Tricker, Ian" userId="S::ian.tricker@bsu.edu::54c2bf8c-5066-4f36-bb73-32e30d347a8b" providerId="AD" clId="Web-{C54D674C-1A89-68F0-FA85-55085CFCD065}" dt="2026-01-29T04:53:17.662" v="1359" actId="1076"/>
          <ac:picMkLst>
            <pc:docMk/>
            <pc:sldMk cId="1955067130" sldId="290"/>
            <ac:picMk id="6" creationId="{3644BC8E-B997-1F79-31DA-CE3C707568CE}"/>
          </ac:picMkLst>
        </pc:picChg>
      </pc:sldChg>
      <pc:sldChg chg="add del replId">
        <pc:chgData name="Tricker, Ian" userId="S::ian.tricker@bsu.edu::54c2bf8c-5066-4f36-bb73-32e30d347a8b" providerId="AD" clId="Web-{C54D674C-1A89-68F0-FA85-55085CFCD065}" dt="2026-01-29T04:00:02.991" v="71"/>
        <pc:sldMkLst>
          <pc:docMk/>
          <pc:sldMk cId="493207762" sldId="291"/>
        </pc:sldMkLst>
      </pc:sldChg>
      <pc:sldChg chg="addSp delSp modSp add replId">
        <pc:chgData name="Tricker, Ian" userId="S::ian.tricker@bsu.edu::54c2bf8c-5066-4f36-bb73-32e30d347a8b" providerId="AD" clId="Web-{C54D674C-1A89-68F0-FA85-55085CFCD065}" dt="2026-01-29T04:59:43.577" v="1510" actId="14100"/>
        <pc:sldMkLst>
          <pc:docMk/>
          <pc:sldMk cId="2465118656" sldId="291"/>
        </pc:sldMkLst>
        <pc:spChg chg="mod">
          <ac:chgData name="Tricker, Ian" userId="S::ian.tricker@bsu.edu::54c2bf8c-5066-4f36-bb73-32e30d347a8b" providerId="AD" clId="Web-{C54D674C-1A89-68F0-FA85-55085CFCD065}" dt="2026-01-29T04:54:02.412" v="1369" actId="20577"/>
          <ac:spMkLst>
            <pc:docMk/>
            <pc:sldMk cId="2465118656" sldId="291"/>
            <ac:spMk id="2" creationId="{083C237E-229C-663F-437D-2842385FD7C7}"/>
          </ac:spMkLst>
        </pc:spChg>
        <pc:spChg chg="del">
          <ac:chgData name="Tricker, Ian" userId="S::ian.tricker@bsu.edu::54c2bf8c-5066-4f36-bb73-32e30d347a8b" providerId="AD" clId="Web-{C54D674C-1A89-68F0-FA85-55085CFCD065}" dt="2026-01-29T04:59:39.624" v="1509"/>
          <ac:spMkLst>
            <pc:docMk/>
            <pc:sldMk cId="2465118656" sldId="291"/>
            <ac:spMk id="3" creationId="{FC748A7E-ED14-BAB7-6361-2D17CBF2A761}"/>
          </ac:spMkLst>
        </pc:spChg>
        <pc:spChg chg="mod">
          <ac:chgData name="Tricker, Ian" userId="S::ian.tricker@bsu.edu::54c2bf8c-5066-4f36-bb73-32e30d347a8b" providerId="AD" clId="Web-{C54D674C-1A89-68F0-FA85-55085CFCD065}" dt="2026-01-29T04:57:46.966" v="1508" actId="20577"/>
          <ac:spMkLst>
            <pc:docMk/>
            <pc:sldMk cId="2465118656" sldId="291"/>
            <ac:spMk id="4" creationId="{4E24010C-C1B9-7356-F4CB-8319637F4498}"/>
          </ac:spMkLst>
        </pc:spChg>
        <pc:picChg chg="add mod ord">
          <ac:chgData name="Tricker, Ian" userId="S::ian.tricker@bsu.edu::54c2bf8c-5066-4f36-bb73-32e30d347a8b" providerId="AD" clId="Web-{C54D674C-1A89-68F0-FA85-55085CFCD065}" dt="2026-01-29T04:59:43.577" v="1510" actId="14100"/>
          <ac:picMkLst>
            <pc:docMk/>
            <pc:sldMk cId="2465118656" sldId="291"/>
            <ac:picMk id="6" creationId="{938FC6C7-31DE-44EF-3455-6106A9033B05}"/>
          </ac:picMkLst>
        </pc:picChg>
      </pc:sldChg>
      <pc:sldChg chg="addSp delSp modSp add replId">
        <pc:chgData name="Tricker, Ian" userId="S::ian.tricker@bsu.edu::54c2bf8c-5066-4f36-bb73-32e30d347a8b" providerId="AD" clId="Web-{C54D674C-1A89-68F0-FA85-55085CFCD065}" dt="2026-01-29T05:10:22.473" v="1717" actId="1076"/>
        <pc:sldMkLst>
          <pc:docMk/>
          <pc:sldMk cId="3394371430" sldId="292"/>
        </pc:sldMkLst>
        <pc:spChg chg="mod">
          <ac:chgData name="Tricker, Ian" userId="S::ian.tricker@bsu.edu::54c2bf8c-5066-4f36-bb73-32e30d347a8b" providerId="AD" clId="Web-{C54D674C-1A89-68F0-FA85-55085CFCD065}" dt="2026-01-29T05:05:57.538" v="1647" actId="20577"/>
          <ac:spMkLst>
            <pc:docMk/>
            <pc:sldMk cId="3394371430" sldId="292"/>
            <ac:spMk id="2" creationId="{64F24F62-7ACB-F629-9467-D8C31BE4BE49}"/>
          </ac:spMkLst>
        </pc:spChg>
        <pc:spChg chg="del mod">
          <ac:chgData name="Tricker, Ian" userId="S::ian.tricker@bsu.edu::54c2bf8c-5066-4f36-bb73-32e30d347a8b" providerId="AD" clId="Web-{C54D674C-1A89-68F0-FA85-55085CFCD065}" dt="2026-01-29T05:10:12.347" v="1713"/>
          <ac:spMkLst>
            <pc:docMk/>
            <pc:sldMk cId="3394371430" sldId="292"/>
            <ac:spMk id="3" creationId="{54938D78-F99D-2FF9-E22E-8D0E2BBC8A80}"/>
          </ac:spMkLst>
        </pc:spChg>
        <pc:spChg chg="mod">
          <ac:chgData name="Tricker, Ian" userId="S::ian.tricker@bsu.edu::54c2bf8c-5066-4f36-bb73-32e30d347a8b" providerId="AD" clId="Web-{C54D674C-1A89-68F0-FA85-55085CFCD065}" dt="2026-01-29T05:10:12.082" v="1712" actId="20577"/>
          <ac:spMkLst>
            <pc:docMk/>
            <pc:sldMk cId="3394371430" sldId="292"/>
            <ac:spMk id="4" creationId="{5C9B3142-05CB-E7B0-0031-2FF3E33E80A9}"/>
          </ac:spMkLst>
        </pc:spChg>
        <pc:picChg chg="add mod ord">
          <ac:chgData name="Tricker, Ian" userId="S::ian.tricker@bsu.edu::54c2bf8c-5066-4f36-bb73-32e30d347a8b" providerId="AD" clId="Web-{C54D674C-1A89-68F0-FA85-55085CFCD065}" dt="2026-01-29T05:10:22.473" v="1717" actId="1076"/>
          <ac:picMkLst>
            <pc:docMk/>
            <pc:sldMk cId="3394371430" sldId="292"/>
            <ac:picMk id="6" creationId="{91B63017-5674-D6DB-AD95-DAE590CB36FC}"/>
          </ac:picMkLst>
        </pc:picChg>
      </pc:sldChg>
      <pc:sldChg chg="addSp delSp modSp add replId">
        <pc:chgData name="Tricker, Ian" userId="S::ian.tricker@bsu.edu::54c2bf8c-5066-4f36-bb73-32e30d347a8b" providerId="AD" clId="Web-{C54D674C-1A89-68F0-FA85-55085CFCD065}" dt="2026-01-29T05:29:22.201" v="2053" actId="20577"/>
        <pc:sldMkLst>
          <pc:docMk/>
          <pc:sldMk cId="1613033326" sldId="293"/>
        </pc:sldMkLst>
        <pc:spChg chg="mod">
          <ac:chgData name="Tricker, Ian" userId="S::ian.tricker@bsu.edu::54c2bf8c-5066-4f36-bb73-32e30d347a8b" providerId="AD" clId="Web-{C54D674C-1A89-68F0-FA85-55085CFCD065}" dt="2026-01-29T05:10:35.583" v="1719" actId="20577"/>
          <ac:spMkLst>
            <pc:docMk/>
            <pc:sldMk cId="1613033326" sldId="293"/>
            <ac:spMk id="2" creationId="{8F0CD046-8F5E-485C-4607-ABE61EAD71C6}"/>
          </ac:spMkLst>
        </pc:spChg>
        <pc:spChg chg="del mod">
          <ac:chgData name="Tricker, Ian" userId="S::ian.tricker@bsu.edu::54c2bf8c-5066-4f36-bb73-32e30d347a8b" providerId="AD" clId="Web-{C54D674C-1A89-68F0-FA85-55085CFCD065}" dt="2026-01-29T05:18:04.685" v="1924"/>
          <ac:spMkLst>
            <pc:docMk/>
            <pc:sldMk cId="1613033326" sldId="293"/>
            <ac:spMk id="3" creationId="{9FB95532-F381-E533-6686-4B5D9A03347E}"/>
          </ac:spMkLst>
        </pc:spChg>
        <pc:spChg chg="mod">
          <ac:chgData name="Tricker, Ian" userId="S::ian.tricker@bsu.edu::54c2bf8c-5066-4f36-bb73-32e30d347a8b" providerId="AD" clId="Web-{C54D674C-1A89-68F0-FA85-55085CFCD065}" dt="2026-01-29T05:29:22.201" v="2053" actId="20577"/>
          <ac:spMkLst>
            <pc:docMk/>
            <pc:sldMk cId="1613033326" sldId="293"/>
            <ac:spMk id="4" creationId="{A8AA61B2-913D-729D-F002-A8B8551DB956}"/>
          </ac:spMkLst>
        </pc:spChg>
        <pc:picChg chg="add mod ord">
          <ac:chgData name="Tricker, Ian" userId="S::ian.tricker@bsu.edu::54c2bf8c-5066-4f36-bb73-32e30d347a8b" providerId="AD" clId="Web-{C54D674C-1A89-68F0-FA85-55085CFCD065}" dt="2026-01-29T05:18:11.560" v="1927" actId="14100"/>
          <ac:picMkLst>
            <pc:docMk/>
            <pc:sldMk cId="1613033326" sldId="293"/>
            <ac:picMk id="6" creationId="{A18146F2-9DCA-4557-E230-E65C24405379}"/>
          </ac:picMkLst>
        </pc:picChg>
      </pc:sldChg>
      <pc:sldChg chg="addSp delSp modSp add replId">
        <pc:chgData name="Tricker, Ian" userId="S::ian.tricker@bsu.edu::54c2bf8c-5066-4f36-bb73-32e30d347a8b" providerId="AD" clId="Web-{C54D674C-1A89-68F0-FA85-55085CFCD065}" dt="2026-01-29T05:30:06.937" v="2057" actId="1076"/>
        <pc:sldMkLst>
          <pc:docMk/>
          <pc:sldMk cId="2822860983" sldId="294"/>
        </pc:sldMkLst>
        <pc:spChg chg="mod">
          <ac:chgData name="Tricker, Ian" userId="S::ian.tricker@bsu.edu::54c2bf8c-5066-4f36-bb73-32e30d347a8b" providerId="AD" clId="Web-{C54D674C-1A89-68F0-FA85-55085CFCD065}" dt="2026-01-29T05:18:26.592" v="1928" actId="20577"/>
          <ac:spMkLst>
            <pc:docMk/>
            <pc:sldMk cId="2822860983" sldId="294"/>
            <ac:spMk id="2" creationId="{BAA649C3-2487-9FCE-E8E8-F7E2363381FB}"/>
          </ac:spMkLst>
        </pc:spChg>
        <pc:spChg chg="del mod">
          <ac:chgData name="Tricker, Ian" userId="S::ian.tricker@bsu.edu::54c2bf8c-5066-4f36-bb73-32e30d347a8b" providerId="AD" clId="Web-{C54D674C-1A89-68F0-FA85-55085CFCD065}" dt="2026-01-29T05:29:53.499" v="2054"/>
          <ac:spMkLst>
            <pc:docMk/>
            <pc:sldMk cId="2822860983" sldId="294"/>
            <ac:spMk id="3" creationId="{20306555-AA25-BAF7-585D-C551D1A57167}"/>
          </ac:spMkLst>
        </pc:spChg>
        <pc:spChg chg="mod">
          <ac:chgData name="Tricker, Ian" userId="S::ian.tricker@bsu.edu::54c2bf8c-5066-4f36-bb73-32e30d347a8b" providerId="AD" clId="Web-{C54D674C-1A89-68F0-FA85-55085CFCD065}" dt="2026-01-29T05:29:10.373" v="2049" actId="20577"/>
          <ac:spMkLst>
            <pc:docMk/>
            <pc:sldMk cId="2822860983" sldId="294"/>
            <ac:spMk id="4" creationId="{48F7C359-578E-1526-651E-D3A0A5BF7B85}"/>
          </ac:spMkLst>
        </pc:spChg>
        <pc:picChg chg="add mod ord">
          <ac:chgData name="Tricker, Ian" userId="S::ian.tricker@bsu.edu::54c2bf8c-5066-4f36-bb73-32e30d347a8b" providerId="AD" clId="Web-{C54D674C-1A89-68F0-FA85-55085CFCD065}" dt="2026-01-29T05:30:06.937" v="2057" actId="1076"/>
          <ac:picMkLst>
            <pc:docMk/>
            <pc:sldMk cId="2822860983" sldId="294"/>
            <ac:picMk id="6" creationId="{38B4D8B2-7017-2D0B-F706-763FEF50E886}"/>
          </ac:picMkLst>
        </pc:picChg>
      </pc:sldChg>
      <pc:sldChg chg="addSp delSp modSp add replId">
        <pc:chgData name="Tricker, Ian" userId="S::ian.tricker@bsu.edu::54c2bf8c-5066-4f36-bb73-32e30d347a8b" providerId="AD" clId="Web-{C54D674C-1A89-68F0-FA85-55085CFCD065}" dt="2026-01-29T05:56:45.854" v="2296" actId="20577"/>
        <pc:sldMkLst>
          <pc:docMk/>
          <pc:sldMk cId="186572025" sldId="295"/>
        </pc:sldMkLst>
        <pc:spChg chg="mod">
          <ac:chgData name="Tricker, Ian" userId="S::ian.tricker@bsu.edu::54c2bf8c-5066-4f36-bb73-32e30d347a8b" providerId="AD" clId="Web-{C54D674C-1A89-68F0-FA85-55085CFCD065}" dt="2026-01-29T05:45:26.881" v="2097" actId="20577"/>
          <ac:spMkLst>
            <pc:docMk/>
            <pc:sldMk cId="186572025" sldId="295"/>
            <ac:spMk id="2" creationId="{65855400-9740-3B31-D3DD-5C3F6FCC8A51}"/>
          </ac:spMkLst>
        </pc:spChg>
        <pc:spChg chg="del mod">
          <ac:chgData name="Tricker, Ian" userId="S::ian.tricker@bsu.edu::54c2bf8c-5066-4f36-bb73-32e30d347a8b" providerId="AD" clId="Web-{C54D674C-1A89-68F0-FA85-55085CFCD065}" dt="2026-01-29T05:53:55.191" v="2217"/>
          <ac:spMkLst>
            <pc:docMk/>
            <pc:sldMk cId="186572025" sldId="295"/>
            <ac:spMk id="3" creationId="{132D1578-FC24-22FD-7C89-31273E46C622}"/>
          </ac:spMkLst>
        </pc:spChg>
        <pc:spChg chg="mod">
          <ac:chgData name="Tricker, Ian" userId="S::ian.tricker@bsu.edu::54c2bf8c-5066-4f36-bb73-32e30d347a8b" providerId="AD" clId="Web-{C54D674C-1A89-68F0-FA85-55085CFCD065}" dt="2026-01-29T05:56:45.854" v="2296" actId="20577"/>
          <ac:spMkLst>
            <pc:docMk/>
            <pc:sldMk cId="186572025" sldId="295"/>
            <ac:spMk id="4" creationId="{57D8CD76-0D81-2386-9B4D-3B1150C13FBD}"/>
          </ac:spMkLst>
        </pc:spChg>
        <pc:picChg chg="add mod ord">
          <ac:chgData name="Tricker, Ian" userId="S::ian.tricker@bsu.edu::54c2bf8c-5066-4f36-bb73-32e30d347a8b" providerId="AD" clId="Web-{C54D674C-1A89-68F0-FA85-55085CFCD065}" dt="2026-01-29T05:53:58.691" v="2218" actId="14100"/>
          <ac:picMkLst>
            <pc:docMk/>
            <pc:sldMk cId="186572025" sldId="295"/>
            <ac:picMk id="6" creationId="{F37587F8-562E-4082-28BB-664D658C10D5}"/>
          </ac:picMkLst>
        </pc:picChg>
      </pc:sldChg>
      <pc:sldChg chg="add del replId">
        <pc:chgData name="Tricker, Ian" userId="S::ian.tricker@bsu.edu::54c2bf8c-5066-4f36-bb73-32e30d347a8b" providerId="AD" clId="Web-{C54D674C-1A89-68F0-FA85-55085CFCD065}" dt="2026-01-29T05:52:47.627" v="2208"/>
        <pc:sldMkLst>
          <pc:docMk/>
          <pc:sldMk cId="1154163729" sldId="296"/>
        </pc:sldMkLst>
      </pc:sldChg>
      <pc:sldChg chg="modSp add replId">
        <pc:chgData name="Tricker, Ian" userId="S::ian.tricker@bsu.edu::54c2bf8c-5066-4f36-bb73-32e30d347a8b" providerId="AD" clId="Web-{C54D674C-1A89-68F0-FA85-55085CFCD065}" dt="2026-01-29T06:14:05.824" v="2508" actId="20577"/>
        <pc:sldMkLst>
          <pc:docMk/>
          <pc:sldMk cId="3053102614" sldId="296"/>
        </pc:sldMkLst>
        <pc:spChg chg="mod">
          <ac:chgData name="Tricker, Ian" userId="S::ian.tricker@bsu.edu::54c2bf8c-5066-4f36-bb73-32e30d347a8b" providerId="AD" clId="Web-{C54D674C-1A89-68F0-FA85-55085CFCD065}" dt="2026-01-29T06:09:58.612" v="2304" actId="20577"/>
          <ac:spMkLst>
            <pc:docMk/>
            <pc:sldMk cId="3053102614" sldId="296"/>
            <ac:spMk id="2" creationId="{A084DF9D-13A2-66E6-A6B3-CEB487EA3600}"/>
          </ac:spMkLst>
        </pc:spChg>
        <pc:spChg chg="mod">
          <ac:chgData name="Tricker, Ian" userId="S::ian.tricker@bsu.edu::54c2bf8c-5066-4f36-bb73-32e30d347a8b" providerId="AD" clId="Web-{C54D674C-1A89-68F0-FA85-55085CFCD065}" dt="2026-01-29T05:55:23.321" v="2224" actId="1076"/>
          <ac:spMkLst>
            <pc:docMk/>
            <pc:sldMk cId="3053102614" sldId="296"/>
            <ac:spMk id="3" creationId="{AB0EB066-E462-E257-AD86-F0EBE1A0C7C4}"/>
          </ac:spMkLst>
        </pc:spChg>
        <pc:spChg chg="mod">
          <ac:chgData name="Tricker, Ian" userId="S::ian.tricker@bsu.edu::54c2bf8c-5066-4f36-bb73-32e30d347a8b" providerId="AD" clId="Web-{C54D674C-1A89-68F0-FA85-55085CFCD065}" dt="2026-01-29T06:14:05.824" v="2508" actId="20577"/>
          <ac:spMkLst>
            <pc:docMk/>
            <pc:sldMk cId="3053102614" sldId="296"/>
            <ac:spMk id="4" creationId="{7D20CF4D-DB41-340D-5004-6FC6AE2C44E8}"/>
          </ac:spMkLst>
        </pc:spChg>
      </pc:sldChg>
      <pc:sldChg chg="add del replId">
        <pc:chgData name="Tricker, Ian" userId="S::ian.tricker@bsu.edu::54c2bf8c-5066-4f36-bb73-32e30d347a8b" providerId="AD" clId="Web-{C54D674C-1A89-68F0-FA85-55085CFCD065}" dt="2026-01-29T05:52:45.096" v="2207"/>
        <pc:sldMkLst>
          <pc:docMk/>
          <pc:sldMk cId="3029807225" sldId="297"/>
        </pc:sldMkLst>
      </pc:sldChg>
      <pc:sldChg chg="modSp add replId">
        <pc:chgData name="Tricker, Ian" userId="S::ian.tricker@bsu.edu::54c2bf8c-5066-4f36-bb73-32e30d347a8b" providerId="AD" clId="Web-{C54D674C-1A89-68F0-FA85-55085CFCD065}" dt="2026-01-29T06:17:26.858" v="2617" actId="20577"/>
        <pc:sldMkLst>
          <pc:docMk/>
          <pc:sldMk cId="3873708469" sldId="297"/>
        </pc:sldMkLst>
        <pc:spChg chg="mod">
          <ac:chgData name="Tricker, Ian" userId="S::ian.tricker@bsu.edu::54c2bf8c-5066-4f36-bb73-32e30d347a8b" providerId="AD" clId="Web-{C54D674C-1A89-68F0-FA85-55085CFCD065}" dt="2026-01-29T06:14:37.387" v="2514" actId="20577"/>
          <ac:spMkLst>
            <pc:docMk/>
            <pc:sldMk cId="3873708469" sldId="297"/>
            <ac:spMk id="2" creationId="{5C382D78-B0B4-41F1-45AB-C43391554FDE}"/>
          </ac:spMkLst>
        </pc:spChg>
        <pc:spChg chg="mod">
          <ac:chgData name="Tricker, Ian" userId="S::ian.tricker@bsu.edu::54c2bf8c-5066-4f36-bb73-32e30d347a8b" providerId="AD" clId="Web-{C54D674C-1A89-68F0-FA85-55085CFCD065}" dt="2026-01-29T06:17:26.858" v="2617" actId="20577"/>
          <ac:spMkLst>
            <pc:docMk/>
            <pc:sldMk cId="3873708469" sldId="297"/>
            <ac:spMk id="4" creationId="{BA63FB47-07A9-5E6D-DBF5-35AF25A0851F}"/>
          </ac:spMkLst>
        </pc:spChg>
      </pc:sldChg>
      <pc:sldChg chg="add replId">
        <pc:chgData name="Tricker, Ian" userId="S::ian.tricker@bsu.edu::54c2bf8c-5066-4f36-bb73-32e30d347a8b" providerId="AD" clId="Web-{C54D674C-1A89-68F0-FA85-55085CFCD065}" dt="2026-01-29T05:53:07.206" v="2214"/>
        <pc:sldMkLst>
          <pc:docMk/>
          <pc:sldMk cId="785669251" sldId="298"/>
        </pc:sldMkLst>
      </pc:sldChg>
      <pc:sldChg chg="add del replId">
        <pc:chgData name="Tricker, Ian" userId="S::ian.tricker@bsu.edu::54c2bf8c-5066-4f36-bb73-32e30d347a8b" providerId="AD" clId="Web-{C54D674C-1A89-68F0-FA85-55085CFCD065}" dt="2026-01-29T05:52:43.002" v="2206"/>
        <pc:sldMkLst>
          <pc:docMk/>
          <pc:sldMk cId="3111019319" sldId="298"/>
        </pc:sldMkLst>
      </pc:sldChg>
      <pc:sldChg chg="add del replId">
        <pc:chgData name="Tricker, Ian" userId="S::ian.tricker@bsu.edu::54c2bf8c-5066-4f36-bb73-32e30d347a8b" providerId="AD" clId="Web-{C54D674C-1A89-68F0-FA85-55085CFCD065}" dt="2026-01-29T05:52:40.845" v="2205"/>
        <pc:sldMkLst>
          <pc:docMk/>
          <pc:sldMk cId="252913726" sldId="299"/>
        </pc:sldMkLst>
      </pc:sldChg>
      <pc:sldChg chg="add replId">
        <pc:chgData name="Tricker, Ian" userId="S::ian.tricker@bsu.edu::54c2bf8c-5066-4f36-bb73-32e30d347a8b" providerId="AD" clId="Web-{C54D674C-1A89-68F0-FA85-55085CFCD065}" dt="2026-01-29T05:53:07.456" v="2215"/>
        <pc:sldMkLst>
          <pc:docMk/>
          <pc:sldMk cId="1203956047" sldId="299"/>
        </pc:sldMkLst>
      </pc:sldChg>
      <pc:sldChg chg="add replId">
        <pc:chgData name="Tricker, Ian" userId="S::ian.tricker@bsu.edu::54c2bf8c-5066-4f36-bb73-32e30d347a8b" providerId="AD" clId="Web-{C54D674C-1A89-68F0-FA85-55085CFCD065}" dt="2026-01-29T05:53:07.971" v="2216"/>
        <pc:sldMkLst>
          <pc:docMk/>
          <pc:sldMk cId="1500505098" sldId="300"/>
        </pc:sldMkLst>
      </pc:sldChg>
    </pc:docChg>
  </pc:docChgLst>
  <pc:docChgLst>
    <pc:chgData name="Tricker, Ian" userId="S::ian.tricker@bsu.edu::54c2bf8c-5066-4f36-bb73-32e30d347a8b" providerId="AD" clId="Web-{53580579-1467-131A-B370-9CF97B099229}"/>
    <pc:docChg chg="addSld delSld modSld">
      <pc:chgData name="Tricker, Ian" userId="S::ian.tricker@bsu.edu::54c2bf8c-5066-4f36-bb73-32e30d347a8b" providerId="AD" clId="Web-{53580579-1467-131A-B370-9CF97B099229}" dt="2026-01-29T15:32:29.518" v="1052" actId="20577"/>
      <pc:docMkLst>
        <pc:docMk/>
      </pc:docMkLst>
      <pc:sldChg chg="modSp">
        <pc:chgData name="Tricker, Ian" userId="S::ian.tricker@bsu.edu::54c2bf8c-5066-4f36-bb73-32e30d347a8b" providerId="AD" clId="Web-{53580579-1467-131A-B370-9CF97B099229}" dt="2026-01-29T15:28:27.622" v="890" actId="20577"/>
        <pc:sldMkLst>
          <pc:docMk/>
          <pc:sldMk cId="3930438526" sldId="278"/>
        </pc:sldMkLst>
        <pc:spChg chg="mod">
          <ac:chgData name="Tricker, Ian" userId="S::ian.tricker@bsu.edu::54c2bf8c-5066-4f36-bb73-32e30d347a8b" providerId="AD" clId="Web-{53580579-1467-131A-B370-9CF97B099229}" dt="2026-01-29T15:28:27.622" v="890" actId="20577"/>
          <ac:spMkLst>
            <pc:docMk/>
            <pc:sldMk cId="3930438526" sldId="278"/>
            <ac:spMk id="2" creationId="{954ABE40-AA00-F366-A36A-B3F1AADBF025}"/>
          </ac:spMkLst>
        </pc:spChg>
      </pc:sldChg>
      <pc:sldChg chg="modSp">
        <pc:chgData name="Tricker, Ian" userId="S::ian.tricker@bsu.edu::54c2bf8c-5066-4f36-bb73-32e30d347a8b" providerId="AD" clId="Web-{53580579-1467-131A-B370-9CF97B099229}" dt="2026-01-29T14:37:20.013" v="95" actId="20577"/>
        <pc:sldMkLst>
          <pc:docMk/>
          <pc:sldMk cId="3873708469" sldId="297"/>
        </pc:sldMkLst>
        <pc:spChg chg="mod">
          <ac:chgData name="Tricker, Ian" userId="S::ian.tricker@bsu.edu::54c2bf8c-5066-4f36-bb73-32e30d347a8b" providerId="AD" clId="Web-{53580579-1467-131A-B370-9CF97B099229}" dt="2026-01-29T14:37:20.013" v="95" actId="20577"/>
          <ac:spMkLst>
            <pc:docMk/>
            <pc:sldMk cId="3873708469" sldId="297"/>
            <ac:spMk id="4" creationId="{BA63FB47-07A9-5E6D-DBF5-35AF25A0851F}"/>
          </ac:spMkLst>
        </pc:spChg>
      </pc:sldChg>
      <pc:sldChg chg="modSp">
        <pc:chgData name="Tricker, Ian" userId="S::ian.tricker@bsu.edu::54c2bf8c-5066-4f36-bb73-32e30d347a8b" providerId="AD" clId="Web-{53580579-1467-131A-B370-9CF97B099229}" dt="2026-01-29T14:44:44.523" v="227" actId="20577"/>
        <pc:sldMkLst>
          <pc:docMk/>
          <pc:sldMk cId="785669251" sldId="298"/>
        </pc:sldMkLst>
        <pc:spChg chg="mod">
          <ac:chgData name="Tricker, Ian" userId="S::ian.tricker@bsu.edu::54c2bf8c-5066-4f36-bb73-32e30d347a8b" providerId="AD" clId="Web-{53580579-1467-131A-B370-9CF97B099229}" dt="2026-01-29T14:33:50.350" v="9" actId="20577"/>
          <ac:spMkLst>
            <pc:docMk/>
            <pc:sldMk cId="785669251" sldId="298"/>
            <ac:spMk id="2" creationId="{746048D9-F8F1-5961-1A27-3ACC0B31FCEA}"/>
          </ac:spMkLst>
        </pc:spChg>
        <pc:spChg chg="mod">
          <ac:chgData name="Tricker, Ian" userId="S::ian.tricker@bsu.edu::54c2bf8c-5066-4f36-bb73-32e30d347a8b" providerId="AD" clId="Web-{53580579-1467-131A-B370-9CF97B099229}" dt="2026-01-29T14:34:33.694" v="12" actId="1076"/>
          <ac:spMkLst>
            <pc:docMk/>
            <pc:sldMk cId="785669251" sldId="298"/>
            <ac:spMk id="3" creationId="{59E563B6-7E25-6432-61C0-A9F55C2CD173}"/>
          </ac:spMkLst>
        </pc:spChg>
        <pc:spChg chg="mod">
          <ac:chgData name="Tricker, Ian" userId="S::ian.tricker@bsu.edu::54c2bf8c-5066-4f36-bb73-32e30d347a8b" providerId="AD" clId="Web-{53580579-1467-131A-B370-9CF97B099229}" dt="2026-01-29T14:44:44.523" v="227" actId="20577"/>
          <ac:spMkLst>
            <pc:docMk/>
            <pc:sldMk cId="785669251" sldId="298"/>
            <ac:spMk id="4" creationId="{32CB1D73-BCF2-9694-19BD-44CA9E87D3A0}"/>
          </ac:spMkLst>
        </pc:spChg>
      </pc:sldChg>
      <pc:sldChg chg="modSp">
        <pc:chgData name="Tricker, Ian" userId="S::ian.tricker@bsu.edu::54c2bf8c-5066-4f36-bb73-32e30d347a8b" providerId="AD" clId="Web-{53580579-1467-131A-B370-9CF97B099229}" dt="2026-01-29T14:45:33.525" v="242" actId="20577"/>
        <pc:sldMkLst>
          <pc:docMk/>
          <pc:sldMk cId="1203956047" sldId="299"/>
        </pc:sldMkLst>
        <pc:spChg chg="mod">
          <ac:chgData name="Tricker, Ian" userId="S::ian.tricker@bsu.edu::54c2bf8c-5066-4f36-bb73-32e30d347a8b" providerId="AD" clId="Web-{53580579-1467-131A-B370-9CF97B099229}" dt="2026-01-29T14:42:26.833" v="194" actId="20577"/>
          <ac:spMkLst>
            <pc:docMk/>
            <pc:sldMk cId="1203956047" sldId="299"/>
            <ac:spMk id="2" creationId="{11F1E998-89F7-9E8B-953A-F60E874CA389}"/>
          </ac:spMkLst>
        </pc:spChg>
        <pc:spChg chg="mod">
          <ac:chgData name="Tricker, Ian" userId="S::ian.tricker@bsu.edu::54c2bf8c-5066-4f36-bb73-32e30d347a8b" providerId="AD" clId="Web-{53580579-1467-131A-B370-9CF97B099229}" dt="2026-01-29T14:42:43.068" v="198" actId="1076"/>
          <ac:spMkLst>
            <pc:docMk/>
            <pc:sldMk cId="1203956047" sldId="299"/>
            <ac:spMk id="3" creationId="{047141FA-4B86-F4CE-4039-FE82BC4CACA9}"/>
          </ac:spMkLst>
        </pc:spChg>
        <pc:spChg chg="mod">
          <ac:chgData name="Tricker, Ian" userId="S::ian.tricker@bsu.edu::54c2bf8c-5066-4f36-bb73-32e30d347a8b" providerId="AD" clId="Web-{53580579-1467-131A-B370-9CF97B099229}" dt="2026-01-29T14:45:33.525" v="242" actId="20577"/>
          <ac:spMkLst>
            <pc:docMk/>
            <pc:sldMk cId="1203956047" sldId="299"/>
            <ac:spMk id="4" creationId="{C8EBFA18-6A89-4285-918B-4B6EA01B5BEB}"/>
          </ac:spMkLst>
        </pc:spChg>
      </pc:sldChg>
      <pc:sldChg chg="modSp">
        <pc:chgData name="Tricker, Ian" userId="S::ian.tricker@bsu.edu::54c2bf8c-5066-4f36-bb73-32e30d347a8b" providerId="AD" clId="Web-{53580579-1467-131A-B370-9CF97B099229}" dt="2026-01-29T14:43:38.803" v="211" actId="20577"/>
        <pc:sldMkLst>
          <pc:docMk/>
          <pc:sldMk cId="1500505098" sldId="300"/>
        </pc:sldMkLst>
        <pc:spChg chg="mod">
          <ac:chgData name="Tricker, Ian" userId="S::ian.tricker@bsu.edu::54c2bf8c-5066-4f36-bb73-32e30d347a8b" providerId="AD" clId="Web-{53580579-1467-131A-B370-9CF97B099229}" dt="2026-01-29T14:37:46.513" v="105" actId="20577"/>
          <ac:spMkLst>
            <pc:docMk/>
            <pc:sldMk cId="1500505098" sldId="300"/>
            <ac:spMk id="2" creationId="{96B1F3AC-F601-4FE2-B71D-93172D33EE16}"/>
          </ac:spMkLst>
        </pc:spChg>
        <pc:spChg chg="mod">
          <ac:chgData name="Tricker, Ian" userId="S::ian.tricker@bsu.edu::54c2bf8c-5066-4f36-bb73-32e30d347a8b" providerId="AD" clId="Web-{53580579-1467-131A-B370-9CF97B099229}" dt="2026-01-29T14:43:38.803" v="211" actId="20577"/>
          <ac:spMkLst>
            <pc:docMk/>
            <pc:sldMk cId="1500505098" sldId="300"/>
            <ac:spMk id="4" creationId="{3F5EFEC2-1520-388E-6686-1713B95767B0}"/>
          </ac:spMkLst>
        </pc:spChg>
      </pc:sldChg>
      <pc:sldChg chg="modSp add replId">
        <pc:chgData name="Tricker, Ian" userId="S::ian.tricker@bsu.edu::54c2bf8c-5066-4f36-bb73-32e30d347a8b" providerId="AD" clId="Web-{53580579-1467-131A-B370-9CF97B099229}" dt="2026-01-29T14:55:11.514" v="408" actId="20577"/>
        <pc:sldMkLst>
          <pc:docMk/>
          <pc:sldMk cId="2576983653" sldId="301"/>
        </pc:sldMkLst>
        <pc:spChg chg="mod">
          <ac:chgData name="Tricker, Ian" userId="S::ian.tricker@bsu.edu::54c2bf8c-5066-4f36-bb73-32e30d347a8b" providerId="AD" clId="Web-{53580579-1467-131A-B370-9CF97B099229}" dt="2026-01-29T14:45:44.494" v="245" actId="20577"/>
          <ac:spMkLst>
            <pc:docMk/>
            <pc:sldMk cId="2576983653" sldId="301"/>
            <ac:spMk id="2" creationId="{3D14B759-902A-E4DA-5119-CE417DC882BC}"/>
          </ac:spMkLst>
        </pc:spChg>
        <pc:spChg chg="mod">
          <ac:chgData name="Tricker, Ian" userId="S::ian.tricker@bsu.edu::54c2bf8c-5066-4f36-bb73-32e30d347a8b" providerId="AD" clId="Web-{53580579-1467-131A-B370-9CF97B099229}" dt="2026-01-29T14:55:11.514" v="408" actId="20577"/>
          <ac:spMkLst>
            <pc:docMk/>
            <pc:sldMk cId="2576983653" sldId="301"/>
            <ac:spMk id="4" creationId="{F34E9603-C4E0-A374-295F-2CDA5F20D94C}"/>
          </ac:spMkLst>
        </pc:spChg>
      </pc:sldChg>
      <pc:sldChg chg="modSp add replId">
        <pc:chgData name="Tricker, Ian" userId="S::ian.tricker@bsu.edu::54c2bf8c-5066-4f36-bb73-32e30d347a8b" providerId="AD" clId="Web-{53580579-1467-131A-B370-9CF97B099229}" dt="2026-01-29T15:09:25.617" v="534" actId="20577"/>
        <pc:sldMkLst>
          <pc:docMk/>
          <pc:sldMk cId="1340972251" sldId="302"/>
        </pc:sldMkLst>
        <pc:spChg chg="mod">
          <ac:chgData name="Tricker, Ian" userId="S::ian.tricker@bsu.edu::54c2bf8c-5066-4f36-bb73-32e30d347a8b" providerId="AD" clId="Web-{53580579-1467-131A-B370-9CF97B099229}" dt="2026-01-29T15:02:43.929" v="417" actId="20577"/>
          <ac:spMkLst>
            <pc:docMk/>
            <pc:sldMk cId="1340972251" sldId="302"/>
            <ac:spMk id="2" creationId="{A8D264EC-5FB1-DBCF-BEFF-B1152C50B92B}"/>
          </ac:spMkLst>
        </pc:spChg>
        <pc:spChg chg="mod">
          <ac:chgData name="Tricker, Ian" userId="S::ian.tricker@bsu.edu::54c2bf8c-5066-4f36-bb73-32e30d347a8b" providerId="AD" clId="Web-{53580579-1467-131A-B370-9CF97B099229}" dt="2026-01-29T15:02:54.257" v="419" actId="1076"/>
          <ac:spMkLst>
            <pc:docMk/>
            <pc:sldMk cId="1340972251" sldId="302"/>
            <ac:spMk id="3" creationId="{0BC1C8F4-11F7-7D3F-5918-5E1150687376}"/>
          </ac:spMkLst>
        </pc:spChg>
        <pc:spChg chg="mod">
          <ac:chgData name="Tricker, Ian" userId="S::ian.tricker@bsu.edu::54c2bf8c-5066-4f36-bb73-32e30d347a8b" providerId="AD" clId="Web-{53580579-1467-131A-B370-9CF97B099229}" dt="2026-01-29T15:09:25.617" v="534" actId="20577"/>
          <ac:spMkLst>
            <pc:docMk/>
            <pc:sldMk cId="1340972251" sldId="302"/>
            <ac:spMk id="4" creationId="{A27846EC-D522-DCFF-ED02-359D708AD042}"/>
          </ac:spMkLst>
        </pc:spChg>
      </pc:sldChg>
      <pc:sldChg chg="modSp add replId">
        <pc:chgData name="Tricker, Ian" userId="S::ian.tricker@bsu.edu::54c2bf8c-5066-4f36-bb73-32e30d347a8b" providerId="AD" clId="Web-{53580579-1467-131A-B370-9CF97B099229}" dt="2026-01-29T15:15:13.013" v="653" actId="20577"/>
        <pc:sldMkLst>
          <pc:docMk/>
          <pc:sldMk cId="3461622614" sldId="303"/>
        </pc:sldMkLst>
        <pc:spChg chg="mod">
          <ac:chgData name="Tricker, Ian" userId="S::ian.tricker@bsu.edu::54c2bf8c-5066-4f36-bb73-32e30d347a8b" providerId="AD" clId="Web-{53580579-1467-131A-B370-9CF97B099229}" dt="2026-01-29T15:09:52.024" v="538" actId="20577"/>
          <ac:spMkLst>
            <pc:docMk/>
            <pc:sldMk cId="3461622614" sldId="303"/>
            <ac:spMk id="2" creationId="{6A08B595-36AB-4AF7-A63B-5457B2D70E2F}"/>
          </ac:spMkLst>
        </pc:spChg>
        <pc:spChg chg="mod">
          <ac:chgData name="Tricker, Ian" userId="S::ian.tricker@bsu.edu::54c2bf8c-5066-4f36-bb73-32e30d347a8b" providerId="AD" clId="Web-{53580579-1467-131A-B370-9CF97B099229}" dt="2026-01-29T15:15:13.013" v="653" actId="20577"/>
          <ac:spMkLst>
            <pc:docMk/>
            <pc:sldMk cId="3461622614" sldId="303"/>
            <ac:spMk id="4" creationId="{2B910F7D-5A67-2245-D405-47D97DE50CC5}"/>
          </ac:spMkLst>
        </pc:spChg>
      </pc:sldChg>
      <pc:sldChg chg="modSp add replId">
        <pc:chgData name="Tricker, Ian" userId="S::ian.tricker@bsu.edu::54c2bf8c-5066-4f36-bb73-32e30d347a8b" providerId="AD" clId="Web-{53580579-1467-131A-B370-9CF97B099229}" dt="2026-01-29T15:19:27.595" v="758" actId="20577"/>
        <pc:sldMkLst>
          <pc:docMk/>
          <pc:sldMk cId="3681744326" sldId="304"/>
        </pc:sldMkLst>
        <pc:spChg chg="mod">
          <ac:chgData name="Tricker, Ian" userId="S::ian.tricker@bsu.edu::54c2bf8c-5066-4f36-bb73-32e30d347a8b" providerId="AD" clId="Web-{53580579-1467-131A-B370-9CF97B099229}" dt="2026-01-29T15:16:03.217" v="659" actId="20577"/>
          <ac:spMkLst>
            <pc:docMk/>
            <pc:sldMk cId="3681744326" sldId="304"/>
            <ac:spMk id="2" creationId="{CC2975FC-FF8B-D66F-4D9F-7C25E50B3533}"/>
          </ac:spMkLst>
        </pc:spChg>
        <pc:spChg chg="mod">
          <ac:chgData name="Tricker, Ian" userId="S::ian.tricker@bsu.edu::54c2bf8c-5066-4f36-bb73-32e30d347a8b" providerId="AD" clId="Web-{53580579-1467-131A-B370-9CF97B099229}" dt="2026-01-29T15:16:12.185" v="661" actId="1076"/>
          <ac:spMkLst>
            <pc:docMk/>
            <pc:sldMk cId="3681744326" sldId="304"/>
            <ac:spMk id="3" creationId="{3D5C33E2-9A44-7698-8AD9-742DB9FE58BB}"/>
          </ac:spMkLst>
        </pc:spChg>
        <pc:spChg chg="mod">
          <ac:chgData name="Tricker, Ian" userId="S::ian.tricker@bsu.edu::54c2bf8c-5066-4f36-bb73-32e30d347a8b" providerId="AD" clId="Web-{53580579-1467-131A-B370-9CF97B099229}" dt="2026-01-29T15:19:27.595" v="758" actId="20577"/>
          <ac:spMkLst>
            <pc:docMk/>
            <pc:sldMk cId="3681744326" sldId="304"/>
            <ac:spMk id="4" creationId="{910836E9-EBEE-7FA8-0D7C-C18314A24819}"/>
          </ac:spMkLst>
        </pc:spChg>
      </pc:sldChg>
      <pc:sldChg chg="modSp add replId">
        <pc:chgData name="Tricker, Ian" userId="S::ian.tricker@bsu.edu::54c2bf8c-5066-4f36-bb73-32e30d347a8b" providerId="AD" clId="Web-{53580579-1467-131A-B370-9CF97B099229}" dt="2026-01-29T15:26:43.102" v="857" actId="1076"/>
        <pc:sldMkLst>
          <pc:docMk/>
          <pc:sldMk cId="1739443465" sldId="305"/>
        </pc:sldMkLst>
        <pc:spChg chg="mod">
          <ac:chgData name="Tricker, Ian" userId="S::ian.tricker@bsu.edu::54c2bf8c-5066-4f36-bb73-32e30d347a8b" providerId="AD" clId="Web-{53580579-1467-131A-B370-9CF97B099229}" dt="2026-01-29T15:26:43.102" v="857" actId="1076"/>
          <ac:spMkLst>
            <pc:docMk/>
            <pc:sldMk cId="1739443465" sldId="305"/>
            <ac:spMk id="2" creationId="{9812E5C6-8839-E072-AE2F-3054E6D77DDB}"/>
          </ac:spMkLst>
        </pc:spChg>
      </pc:sldChg>
      <pc:sldChg chg="modSp add replId">
        <pc:chgData name="Tricker, Ian" userId="S::ian.tricker@bsu.edu::54c2bf8c-5066-4f36-bb73-32e30d347a8b" providerId="AD" clId="Web-{53580579-1467-131A-B370-9CF97B099229}" dt="2026-01-29T15:32:29.518" v="1052" actId="20577"/>
        <pc:sldMkLst>
          <pc:docMk/>
          <pc:sldMk cId="4108860451" sldId="306"/>
        </pc:sldMkLst>
        <pc:spChg chg="mod">
          <ac:chgData name="Tricker, Ian" userId="S::ian.tricker@bsu.edu::54c2bf8c-5066-4f36-bb73-32e30d347a8b" providerId="AD" clId="Web-{53580579-1467-131A-B370-9CF97B099229}" dt="2026-01-29T15:26:26.602" v="856" actId="20577"/>
          <ac:spMkLst>
            <pc:docMk/>
            <pc:sldMk cId="4108860451" sldId="306"/>
            <ac:spMk id="2" creationId="{79D88957-78A1-7E00-F573-6E5C4BD86E24}"/>
          </ac:spMkLst>
        </pc:spChg>
        <pc:spChg chg="mod">
          <ac:chgData name="Tricker, Ian" userId="S::ian.tricker@bsu.edu::54c2bf8c-5066-4f36-bb73-32e30d347a8b" providerId="AD" clId="Web-{53580579-1467-131A-B370-9CF97B099229}" dt="2026-01-29T15:26:55.149" v="859" actId="1076"/>
          <ac:spMkLst>
            <pc:docMk/>
            <pc:sldMk cId="4108860451" sldId="306"/>
            <ac:spMk id="3" creationId="{E7617DE0-D0B4-264E-6AE7-1D90ECD7FA79}"/>
          </ac:spMkLst>
        </pc:spChg>
        <pc:spChg chg="mod">
          <ac:chgData name="Tricker, Ian" userId="S::ian.tricker@bsu.edu::54c2bf8c-5066-4f36-bb73-32e30d347a8b" providerId="AD" clId="Web-{53580579-1467-131A-B370-9CF97B099229}" dt="2026-01-29T15:32:29.518" v="1052" actId="20577"/>
          <ac:spMkLst>
            <pc:docMk/>
            <pc:sldMk cId="4108860451" sldId="306"/>
            <ac:spMk id="4" creationId="{4C3D91D3-5399-4278-9F8F-6D4126AEC3F9}"/>
          </ac:spMkLst>
        </pc:spChg>
      </pc:sldChg>
      <pc:sldChg chg="add del replId">
        <pc:chgData name="Tricker, Ian" userId="S::ian.tricker@bsu.edu::54c2bf8c-5066-4f36-bb73-32e30d347a8b" providerId="AD" clId="Web-{53580579-1467-131A-B370-9CF97B099229}" dt="2026-01-29T15:27:57.230" v="888"/>
        <pc:sldMkLst>
          <pc:docMk/>
          <pc:sldMk cId="2832059039" sldId="307"/>
        </pc:sldMkLst>
      </pc:sldChg>
      <pc:sldChg chg="modSp add replId">
        <pc:chgData name="Tricker, Ian" userId="S::ian.tricker@bsu.edu::54c2bf8c-5066-4f36-bb73-32e30d347a8b" providerId="AD" clId="Web-{53580579-1467-131A-B370-9CF97B099229}" dt="2026-01-29T15:26:03.180" v="833" actId="20577"/>
        <pc:sldMkLst>
          <pc:docMk/>
          <pc:sldMk cId="3776821500" sldId="308"/>
        </pc:sldMkLst>
        <pc:spChg chg="mod">
          <ac:chgData name="Tricker, Ian" userId="S::ian.tricker@bsu.edu::54c2bf8c-5066-4f36-bb73-32e30d347a8b" providerId="AD" clId="Web-{53580579-1467-131A-B370-9CF97B099229}" dt="2026-01-29T15:23:56.725" v="763" actId="20577"/>
          <ac:spMkLst>
            <pc:docMk/>
            <pc:sldMk cId="3776821500" sldId="308"/>
            <ac:spMk id="2" creationId="{27B80AC4-7144-1522-8132-DBF3726795CB}"/>
          </ac:spMkLst>
        </pc:spChg>
        <pc:spChg chg="mod">
          <ac:chgData name="Tricker, Ian" userId="S::ian.tricker@bsu.edu::54c2bf8c-5066-4f36-bb73-32e30d347a8b" providerId="AD" clId="Web-{53580579-1467-131A-B370-9CF97B099229}" dt="2026-01-29T15:26:03.180" v="833" actId="20577"/>
          <ac:spMkLst>
            <pc:docMk/>
            <pc:sldMk cId="3776821500" sldId="308"/>
            <ac:spMk id="4" creationId="{ABFFC229-506C-8D1C-F38D-9F8F7ECB1FC8}"/>
          </ac:spMkLst>
        </pc:spChg>
      </pc:sldChg>
    </pc:docChg>
  </pc:docChgLst>
  <pc:docChgLst>
    <pc:chgData name="Tricker, Ian" userId="S::ian.tricker@bsu.edu::54c2bf8c-5066-4f36-bb73-32e30d347a8b" providerId="AD" clId="Web-{20554227-C953-853B-41ED-42A1AE020C43}"/>
    <pc:docChg chg="modSld">
      <pc:chgData name="Tricker, Ian" userId="S::ian.tricker@bsu.edu::54c2bf8c-5066-4f36-bb73-32e30d347a8b" providerId="AD" clId="Web-{20554227-C953-853B-41ED-42A1AE020C43}" dt="2026-01-29T16:32:54.199" v="791" actId="20577"/>
      <pc:docMkLst>
        <pc:docMk/>
      </pc:docMkLst>
      <pc:sldChg chg="addSp delSp modSp">
        <pc:chgData name="Tricker, Ian" userId="S::ian.tricker@bsu.edu::54c2bf8c-5066-4f36-bb73-32e30d347a8b" providerId="AD" clId="Web-{20554227-C953-853B-41ED-42A1AE020C43}" dt="2026-01-29T16:32:54.199" v="791" actId="20577"/>
        <pc:sldMkLst>
          <pc:docMk/>
          <pc:sldMk cId="3930438526" sldId="278"/>
        </pc:sldMkLst>
        <pc:spChg chg="mod">
          <ac:chgData name="Tricker, Ian" userId="S::ian.tricker@bsu.edu::54c2bf8c-5066-4f36-bb73-32e30d347a8b" providerId="AD" clId="Web-{20554227-C953-853B-41ED-42A1AE020C43}" dt="2026-01-29T16:32:54.199" v="791" actId="20577"/>
          <ac:spMkLst>
            <pc:docMk/>
            <pc:sldMk cId="3930438526" sldId="278"/>
            <ac:spMk id="4" creationId="{E3DDBB83-5C52-3FB9-D039-8EAC38B7B416}"/>
          </ac:spMkLst>
        </pc:spChg>
        <pc:spChg chg="del">
          <ac:chgData name="Tricker, Ian" userId="S::ian.tricker@bsu.edu::54c2bf8c-5066-4f36-bb73-32e30d347a8b" providerId="AD" clId="Web-{20554227-C953-853B-41ED-42A1AE020C43}" dt="2026-01-29T16:30:10.652" v="733"/>
          <ac:spMkLst>
            <pc:docMk/>
            <pc:sldMk cId="3930438526" sldId="278"/>
            <ac:spMk id="15" creationId="{9C373000-EEA1-D16F-189A-338FFDA2E708}"/>
          </ac:spMkLst>
        </pc:spChg>
        <pc:picChg chg="add mod ord">
          <ac:chgData name="Tricker, Ian" userId="S::ian.tricker@bsu.edu::54c2bf8c-5066-4f36-bb73-32e30d347a8b" providerId="AD" clId="Web-{20554227-C953-853B-41ED-42A1AE020C43}" dt="2026-01-29T16:30:16.183" v="736" actId="14100"/>
          <ac:picMkLst>
            <pc:docMk/>
            <pc:sldMk cId="3930438526" sldId="278"/>
            <ac:picMk id="3" creationId="{2B960B75-59A0-3AED-9E2D-0867AD802EBA}"/>
          </ac:picMkLst>
        </pc:picChg>
      </pc:sldChg>
      <pc:sldChg chg="addSp delSp modSp">
        <pc:chgData name="Tricker, Ian" userId="S::ian.tricker@bsu.edu::54c2bf8c-5066-4f36-bb73-32e30d347a8b" providerId="AD" clId="Web-{20554227-C953-853B-41ED-42A1AE020C43}" dt="2026-01-29T16:09:26.713" v="311" actId="20577"/>
        <pc:sldMkLst>
          <pc:docMk/>
          <pc:sldMk cId="3053102614" sldId="296"/>
        </pc:sldMkLst>
        <pc:spChg chg="del">
          <ac:chgData name="Tricker, Ian" userId="S::ian.tricker@bsu.edu::54c2bf8c-5066-4f36-bb73-32e30d347a8b" providerId="AD" clId="Web-{20554227-C953-853B-41ED-42A1AE020C43}" dt="2026-01-29T15:53:51.695" v="2"/>
          <ac:spMkLst>
            <pc:docMk/>
            <pc:sldMk cId="3053102614" sldId="296"/>
            <ac:spMk id="3" creationId="{AB0EB066-E462-E257-AD86-F0EBE1A0C7C4}"/>
          </ac:spMkLst>
        </pc:spChg>
        <pc:spChg chg="add mod">
          <ac:chgData name="Tricker, Ian" userId="S::ian.tricker@bsu.edu::54c2bf8c-5066-4f36-bb73-32e30d347a8b" providerId="AD" clId="Web-{20554227-C953-853B-41ED-42A1AE020C43}" dt="2026-01-29T16:09:26.713" v="311" actId="20577"/>
          <ac:spMkLst>
            <pc:docMk/>
            <pc:sldMk cId="3053102614" sldId="296"/>
            <ac:spMk id="7" creationId="{783A772F-769B-2882-A756-06AA8D07E6C9}"/>
          </ac:spMkLst>
        </pc:spChg>
      </pc:sldChg>
      <pc:sldChg chg="modSp">
        <pc:chgData name="Tricker, Ian" userId="S::ian.tricker@bsu.edu::54c2bf8c-5066-4f36-bb73-32e30d347a8b" providerId="AD" clId="Web-{20554227-C953-853B-41ED-42A1AE020C43}" dt="2026-01-29T16:09:20.057" v="309" actId="20577"/>
        <pc:sldMkLst>
          <pc:docMk/>
          <pc:sldMk cId="3873708469" sldId="297"/>
        </pc:sldMkLst>
        <pc:spChg chg="mod">
          <ac:chgData name="Tricker, Ian" userId="S::ian.tricker@bsu.edu::54c2bf8c-5066-4f36-bb73-32e30d347a8b" providerId="AD" clId="Web-{20554227-C953-853B-41ED-42A1AE020C43}" dt="2026-01-29T16:09:20.057" v="309" actId="20577"/>
          <ac:spMkLst>
            <pc:docMk/>
            <pc:sldMk cId="3873708469" sldId="297"/>
            <ac:spMk id="3" creationId="{6869D035-F9A8-0414-0669-8BD92CF54769}"/>
          </ac:spMkLst>
        </pc:spChg>
      </pc:sldChg>
      <pc:sldChg chg="modSp">
        <pc:chgData name="Tricker, Ian" userId="S::ian.tricker@bsu.edu::54c2bf8c-5066-4f36-bb73-32e30d347a8b" providerId="AD" clId="Web-{20554227-C953-853B-41ED-42A1AE020C43}" dt="2026-01-29T16:10:27.463" v="332" actId="20577"/>
        <pc:sldMkLst>
          <pc:docMk/>
          <pc:sldMk cId="785669251" sldId="298"/>
        </pc:sldMkLst>
        <pc:spChg chg="mod">
          <ac:chgData name="Tricker, Ian" userId="S::ian.tricker@bsu.edu::54c2bf8c-5066-4f36-bb73-32e30d347a8b" providerId="AD" clId="Web-{20554227-C953-853B-41ED-42A1AE020C43}" dt="2026-01-29T16:10:27.463" v="332" actId="20577"/>
          <ac:spMkLst>
            <pc:docMk/>
            <pc:sldMk cId="785669251" sldId="298"/>
            <ac:spMk id="3" creationId="{59E563B6-7E25-6432-61C0-A9F55C2CD173}"/>
          </ac:spMkLst>
        </pc:spChg>
        <pc:spChg chg="mod">
          <ac:chgData name="Tricker, Ian" userId="S::ian.tricker@bsu.edu::54c2bf8c-5066-4f36-bb73-32e30d347a8b" providerId="AD" clId="Web-{20554227-C953-853B-41ED-42A1AE020C43}" dt="2026-01-29T16:09:03.401" v="307" actId="20577"/>
          <ac:spMkLst>
            <pc:docMk/>
            <pc:sldMk cId="785669251" sldId="298"/>
            <ac:spMk id="4" creationId="{32CB1D73-BCF2-9694-19BD-44CA9E87D3A0}"/>
          </ac:spMkLst>
        </pc:spChg>
      </pc:sldChg>
      <pc:sldChg chg="modSp">
        <pc:chgData name="Tricker, Ian" userId="S::ian.tricker@bsu.edu::54c2bf8c-5066-4f36-bb73-32e30d347a8b" providerId="AD" clId="Web-{20554227-C953-853B-41ED-42A1AE020C43}" dt="2026-01-29T16:13:55.572" v="386" actId="20577"/>
        <pc:sldMkLst>
          <pc:docMk/>
          <pc:sldMk cId="1203956047" sldId="299"/>
        </pc:sldMkLst>
        <pc:spChg chg="mod">
          <ac:chgData name="Tricker, Ian" userId="S::ian.tricker@bsu.edu::54c2bf8c-5066-4f36-bb73-32e30d347a8b" providerId="AD" clId="Web-{20554227-C953-853B-41ED-42A1AE020C43}" dt="2026-01-29T16:13:55.572" v="386" actId="20577"/>
          <ac:spMkLst>
            <pc:docMk/>
            <pc:sldMk cId="1203956047" sldId="299"/>
            <ac:spMk id="3" creationId="{047141FA-4B86-F4CE-4039-FE82BC4CACA9}"/>
          </ac:spMkLst>
        </pc:spChg>
      </pc:sldChg>
      <pc:sldChg chg="modSp">
        <pc:chgData name="Tricker, Ian" userId="S::ian.tricker@bsu.edu::54c2bf8c-5066-4f36-bb73-32e30d347a8b" providerId="AD" clId="Web-{20554227-C953-853B-41ED-42A1AE020C43}" dt="2026-01-29T16:12:07.822" v="359" actId="20577"/>
        <pc:sldMkLst>
          <pc:docMk/>
          <pc:sldMk cId="1500505098" sldId="300"/>
        </pc:sldMkLst>
        <pc:spChg chg="mod">
          <ac:chgData name="Tricker, Ian" userId="S::ian.tricker@bsu.edu::54c2bf8c-5066-4f36-bb73-32e30d347a8b" providerId="AD" clId="Web-{20554227-C953-853B-41ED-42A1AE020C43}" dt="2026-01-29T16:12:07.822" v="359" actId="20577"/>
          <ac:spMkLst>
            <pc:docMk/>
            <pc:sldMk cId="1500505098" sldId="300"/>
            <ac:spMk id="3" creationId="{913F32C1-89EC-7BE8-EEA9-2FA8B81F93BB}"/>
          </ac:spMkLst>
        </pc:spChg>
      </pc:sldChg>
      <pc:sldChg chg="addSp delSp modSp">
        <pc:chgData name="Tricker, Ian" userId="S::ian.tricker@bsu.edu::54c2bf8c-5066-4f36-bb73-32e30d347a8b" providerId="AD" clId="Web-{20554227-C953-853B-41ED-42A1AE020C43}" dt="2026-01-29T16:15:10.135" v="395" actId="14100"/>
        <pc:sldMkLst>
          <pc:docMk/>
          <pc:sldMk cId="2576983653" sldId="301"/>
        </pc:sldMkLst>
        <pc:spChg chg="add del">
          <ac:chgData name="Tricker, Ian" userId="S::ian.tricker@bsu.edu::54c2bf8c-5066-4f36-bb73-32e30d347a8b" providerId="AD" clId="Web-{20554227-C953-853B-41ED-42A1AE020C43}" dt="2026-01-29T16:15:06.229" v="393"/>
          <ac:spMkLst>
            <pc:docMk/>
            <pc:sldMk cId="2576983653" sldId="301"/>
            <ac:spMk id="3" creationId="{45EF887C-300E-8868-160F-593835B25D58}"/>
          </ac:spMkLst>
        </pc:spChg>
        <pc:picChg chg="add del mod ord">
          <ac:chgData name="Tricker, Ian" userId="S::ian.tricker@bsu.edu::54c2bf8c-5066-4f36-bb73-32e30d347a8b" providerId="AD" clId="Web-{20554227-C953-853B-41ED-42A1AE020C43}" dt="2026-01-29T16:15:04.776" v="392"/>
          <ac:picMkLst>
            <pc:docMk/>
            <pc:sldMk cId="2576983653" sldId="301"/>
            <ac:picMk id="6" creationId="{7FFCE010-F6B3-9A2F-35BB-0683AD3851CB}"/>
          </ac:picMkLst>
        </pc:picChg>
        <pc:picChg chg="add mod ord">
          <ac:chgData name="Tricker, Ian" userId="S::ian.tricker@bsu.edu::54c2bf8c-5066-4f36-bb73-32e30d347a8b" providerId="AD" clId="Web-{20554227-C953-853B-41ED-42A1AE020C43}" dt="2026-01-29T16:15:10.135" v="395" actId="14100"/>
          <ac:picMkLst>
            <pc:docMk/>
            <pc:sldMk cId="2576983653" sldId="301"/>
            <ac:picMk id="7" creationId="{DF8CA31D-EF3F-3500-5A15-B560189F0D23}"/>
          </ac:picMkLst>
        </pc:picChg>
      </pc:sldChg>
      <pc:sldChg chg="modSp">
        <pc:chgData name="Tricker, Ian" userId="S::ian.tricker@bsu.edu::54c2bf8c-5066-4f36-bb73-32e30d347a8b" providerId="AD" clId="Web-{20554227-C953-853B-41ED-42A1AE020C43}" dt="2026-01-29T16:19:18.604" v="550" actId="20577"/>
        <pc:sldMkLst>
          <pc:docMk/>
          <pc:sldMk cId="1340972251" sldId="302"/>
        </pc:sldMkLst>
        <pc:spChg chg="mod">
          <ac:chgData name="Tricker, Ian" userId="S::ian.tricker@bsu.edu::54c2bf8c-5066-4f36-bb73-32e30d347a8b" providerId="AD" clId="Web-{20554227-C953-853B-41ED-42A1AE020C43}" dt="2026-01-29T16:19:18.604" v="550" actId="20577"/>
          <ac:spMkLst>
            <pc:docMk/>
            <pc:sldMk cId="1340972251" sldId="302"/>
            <ac:spMk id="3" creationId="{0BC1C8F4-11F7-7D3F-5918-5E1150687376}"/>
          </ac:spMkLst>
        </pc:spChg>
        <pc:spChg chg="mod">
          <ac:chgData name="Tricker, Ian" userId="S::ian.tricker@bsu.edu::54c2bf8c-5066-4f36-bb73-32e30d347a8b" providerId="AD" clId="Web-{20554227-C953-853B-41ED-42A1AE020C43}" dt="2026-01-29T16:18:01.698" v="489" actId="20577"/>
          <ac:spMkLst>
            <pc:docMk/>
            <pc:sldMk cId="1340972251" sldId="302"/>
            <ac:spMk id="4" creationId="{A27846EC-D522-DCFF-ED02-359D708AD042}"/>
          </ac:spMkLst>
        </pc:spChg>
      </pc:sldChg>
      <pc:sldChg chg="modSp">
        <pc:chgData name="Tricker, Ian" userId="S::ian.tricker@bsu.edu::54c2bf8c-5066-4f36-bb73-32e30d347a8b" providerId="AD" clId="Web-{20554227-C953-853B-41ED-42A1AE020C43}" dt="2026-01-29T16:23:21.823" v="642" actId="20577"/>
        <pc:sldMkLst>
          <pc:docMk/>
          <pc:sldMk cId="3461622614" sldId="303"/>
        </pc:sldMkLst>
        <pc:spChg chg="mod">
          <ac:chgData name="Tricker, Ian" userId="S::ian.tricker@bsu.edu::54c2bf8c-5066-4f36-bb73-32e30d347a8b" providerId="AD" clId="Web-{20554227-C953-853B-41ED-42A1AE020C43}" dt="2026-01-29T16:23:21.823" v="642" actId="20577"/>
          <ac:spMkLst>
            <pc:docMk/>
            <pc:sldMk cId="3461622614" sldId="303"/>
            <ac:spMk id="3" creationId="{6A31FFB1-B8E3-8C15-D424-63941B62A7B8}"/>
          </ac:spMkLst>
        </pc:spChg>
        <pc:spChg chg="mod">
          <ac:chgData name="Tricker, Ian" userId="S::ian.tricker@bsu.edu::54c2bf8c-5066-4f36-bb73-32e30d347a8b" providerId="AD" clId="Web-{20554227-C953-853B-41ED-42A1AE020C43}" dt="2026-01-29T16:20:19.557" v="576" actId="20577"/>
          <ac:spMkLst>
            <pc:docMk/>
            <pc:sldMk cId="3461622614" sldId="303"/>
            <ac:spMk id="4" creationId="{2B910F7D-5A67-2245-D405-47D97DE50CC5}"/>
          </ac:spMkLst>
        </pc:spChg>
      </pc:sldChg>
      <pc:sldChg chg="modSp">
        <pc:chgData name="Tricker, Ian" userId="S::ian.tricker@bsu.edu::54c2bf8c-5066-4f36-bb73-32e30d347a8b" providerId="AD" clId="Web-{20554227-C953-853B-41ED-42A1AE020C43}" dt="2026-01-29T16:25:05.948" v="669" actId="20577"/>
        <pc:sldMkLst>
          <pc:docMk/>
          <pc:sldMk cId="3681744326" sldId="304"/>
        </pc:sldMkLst>
        <pc:spChg chg="mod">
          <ac:chgData name="Tricker, Ian" userId="S::ian.tricker@bsu.edu::54c2bf8c-5066-4f36-bb73-32e30d347a8b" providerId="AD" clId="Web-{20554227-C953-853B-41ED-42A1AE020C43}" dt="2026-01-29T16:25:05.948" v="669" actId="20577"/>
          <ac:spMkLst>
            <pc:docMk/>
            <pc:sldMk cId="3681744326" sldId="304"/>
            <ac:spMk id="3" creationId="{3D5C33E2-9A44-7698-8AD9-742DB9FE58BB}"/>
          </ac:spMkLst>
        </pc:spChg>
      </pc:sldChg>
      <pc:sldChg chg="delSp">
        <pc:chgData name="Tricker, Ian" userId="S::ian.tricker@bsu.edu::54c2bf8c-5066-4f36-bb73-32e30d347a8b" providerId="AD" clId="Web-{20554227-C953-853B-41ED-42A1AE020C43}" dt="2026-01-29T16:27:12.495" v="710"/>
        <pc:sldMkLst>
          <pc:docMk/>
          <pc:sldMk cId="1739443465" sldId="305"/>
        </pc:sldMkLst>
        <pc:spChg chg="del">
          <ac:chgData name="Tricker, Ian" userId="S::ian.tricker@bsu.edu::54c2bf8c-5066-4f36-bb73-32e30d347a8b" providerId="AD" clId="Web-{20554227-C953-853B-41ED-42A1AE020C43}" dt="2026-01-29T16:27:09.777" v="709"/>
          <ac:spMkLst>
            <pc:docMk/>
            <pc:sldMk cId="1739443465" sldId="305"/>
            <ac:spMk id="3" creationId="{FF7D3AF3-C4A8-3D5D-7128-D607EAA2A5F1}"/>
          </ac:spMkLst>
        </pc:spChg>
        <pc:spChg chg="del">
          <ac:chgData name="Tricker, Ian" userId="S::ian.tricker@bsu.edu::54c2bf8c-5066-4f36-bb73-32e30d347a8b" providerId="AD" clId="Web-{20554227-C953-853B-41ED-42A1AE020C43}" dt="2026-01-29T16:27:12.495" v="710"/>
          <ac:spMkLst>
            <pc:docMk/>
            <pc:sldMk cId="1739443465" sldId="305"/>
            <ac:spMk id="4" creationId="{23A345EE-A210-03ED-5EBE-E5EDC15E46C3}"/>
          </ac:spMkLst>
        </pc:spChg>
      </pc:sldChg>
      <pc:sldChg chg="addSp delSp modSp">
        <pc:chgData name="Tricker, Ian" userId="S::ian.tricker@bsu.edu::54c2bf8c-5066-4f36-bb73-32e30d347a8b" providerId="AD" clId="Web-{20554227-C953-853B-41ED-42A1AE020C43}" dt="2026-01-29T16:26:53.886" v="708" actId="14100"/>
        <pc:sldMkLst>
          <pc:docMk/>
          <pc:sldMk cId="4108860451" sldId="306"/>
        </pc:sldMkLst>
        <pc:spChg chg="del">
          <ac:chgData name="Tricker, Ian" userId="S::ian.tricker@bsu.edu::54c2bf8c-5066-4f36-bb73-32e30d347a8b" providerId="AD" clId="Web-{20554227-C953-853B-41ED-42A1AE020C43}" dt="2026-01-29T16:26:47.011" v="706"/>
          <ac:spMkLst>
            <pc:docMk/>
            <pc:sldMk cId="4108860451" sldId="306"/>
            <ac:spMk id="3" creationId="{E7617DE0-D0B4-264E-6AE7-1D90ECD7FA79}"/>
          </ac:spMkLst>
        </pc:spChg>
        <pc:picChg chg="add mod ord">
          <ac:chgData name="Tricker, Ian" userId="S::ian.tricker@bsu.edu::54c2bf8c-5066-4f36-bb73-32e30d347a8b" providerId="AD" clId="Web-{20554227-C953-853B-41ED-42A1AE020C43}" dt="2026-01-29T16:26:53.886" v="708" actId="14100"/>
          <ac:picMkLst>
            <pc:docMk/>
            <pc:sldMk cId="4108860451" sldId="306"/>
            <ac:picMk id="6" creationId="{211692B6-6C6E-6ACC-E092-43273214BF49}"/>
          </ac:picMkLst>
        </pc:picChg>
      </pc:sldChg>
      <pc:sldChg chg="modSp">
        <pc:chgData name="Tricker, Ian" userId="S::ian.tricker@bsu.edu::54c2bf8c-5066-4f36-bb73-32e30d347a8b" providerId="AD" clId="Web-{20554227-C953-853B-41ED-42A1AE020C43}" dt="2026-01-29T16:26:20.089" v="705" actId="20577"/>
        <pc:sldMkLst>
          <pc:docMk/>
          <pc:sldMk cId="3776821500" sldId="308"/>
        </pc:sldMkLst>
        <pc:spChg chg="mod">
          <ac:chgData name="Tricker, Ian" userId="S::ian.tricker@bsu.edu::54c2bf8c-5066-4f36-bb73-32e30d347a8b" providerId="AD" clId="Web-{20554227-C953-853B-41ED-42A1AE020C43}" dt="2026-01-29T16:26:20.089" v="705" actId="20577"/>
          <ac:spMkLst>
            <pc:docMk/>
            <pc:sldMk cId="3776821500" sldId="308"/>
            <ac:spMk id="3" creationId="{E6305E68-60A6-2334-8BDC-391B3A057F2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1/29/2026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C5EAF-BB58-0A40-332D-137B8507E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CF7C8-B671-4227-B1AA-211332EE35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78374-050D-23EA-925F-0A0EC43E95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B15B2A-69F7-84A3-4565-A789A31570A1}"/>
              </a:ext>
            </a:extLst>
          </p:cNvPr>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2738295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9D19E-D596-F46B-7B3C-DFB8714F0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A66FB-D0B8-0148-339D-0B6FFF5D8D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5338A-DD37-335B-39D7-A978F37E76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F483C8-3E44-3DA2-7122-B9DB5FDC5830}"/>
              </a:ext>
            </a:extLst>
          </p:cNvPr>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2898717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D45B0-C091-6622-D8B5-B71C96041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7A607-6A88-9137-EAE2-873F7193B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85F7C7-2189-7F19-8F95-EAF989D907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9030E1-CD96-2D1B-193D-54067503C599}"/>
              </a:ext>
            </a:extLst>
          </p:cNvPr>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2949938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3B3CA-FD9B-F10D-8B2B-9547CDAA6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13D02-D492-5230-821E-5D8DA24E5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E0DF1F-3837-A148-A09C-B42ED02053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B09CFC-83BE-FE72-E2DD-A43B643B9823}"/>
              </a:ext>
            </a:extLst>
          </p:cNvPr>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2870975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74C5F-E02A-CCB4-F198-4BEF0A90C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F815B-C3F9-A6AE-42E8-7BC5CDFDA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187FC-5ADB-2F96-0293-6DDBC6658E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F9C184-2506-C56C-2125-52A8347E83D4}"/>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3298715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1D474-6F7B-0F5E-8807-8455C0145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B24CB-C306-0DC4-AE84-C78296A78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D1C96-8A52-D3AF-810E-714683D16A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092B4-CBBC-7B70-8A7A-8A63CF1F11DC}"/>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454095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67B0C-02DA-AB4A-92B7-E14D3D8DB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4EFC2-360D-E719-ACC1-D10C80586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46A7C6-497E-433E-521C-71AA3BA75A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62FB7B-AF4E-0858-F46E-49054CA6D0EC}"/>
              </a:ext>
            </a:extLst>
          </p:cNvPr>
          <p:cNvSpPr>
            <a:spLocks noGrp="1"/>
          </p:cNvSpPr>
          <p:nvPr>
            <p:ph type="sldNum" sz="quarter" idx="5"/>
          </p:nvPr>
        </p:nvSpPr>
        <p:spPr/>
        <p:txBody>
          <a:bodyPr/>
          <a:lstStyle/>
          <a:p>
            <a:fld id="{55247812-3409-784D-BAE7-ABE53735D59F}" type="slidenum">
              <a:rPr lang="en-US" smtClean="0"/>
              <a:t>12</a:t>
            </a:fld>
            <a:endParaRPr lang="en-US"/>
          </a:p>
        </p:txBody>
      </p:sp>
    </p:spTree>
    <p:extLst>
      <p:ext uri="{BB962C8B-B14F-4D97-AF65-F5344CB8AC3E}">
        <p14:creationId xmlns:p14="http://schemas.microsoft.com/office/powerpoint/2010/main" val="1416232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1A84-9F2C-8356-535D-A438E1710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9CB0C-CDA2-1FAA-59E3-BF6CB3E89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67BD3F-B969-A738-3695-457DEFEF36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DADF6B-7A9C-AE01-98E3-E6053BE8F73F}"/>
              </a:ext>
            </a:extLst>
          </p:cNvPr>
          <p:cNvSpPr>
            <a:spLocks noGrp="1"/>
          </p:cNvSpPr>
          <p:nvPr>
            <p:ph type="sldNum" sz="quarter" idx="5"/>
          </p:nvPr>
        </p:nvSpPr>
        <p:spPr/>
        <p:txBody>
          <a:bodyPr/>
          <a:lstStyle/>
          <a:p>
            <a:fld id="{55247812-3409-784D-BAE7-ABE53735D59F}" type="slidenum">
              <a:rPr lang="en-US" smtClean="0"/>
              <a:t>13</a:t>
            </a:fld>
            <a:endParaRPr lang="en-US"/>
          </a:p>
        </p:txBody>
      </p:sp>
    </p:spTree>
    <p:extLst>
      <p:ext uri="{BB962C8B-B14F-4D97-AF65-F5344CB8AC3E}">
        <p14:creationId xmlns:p14="http://schemas.microsoft.com/office/powerpoint/2010/main" val="1087727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41A27-35F1-12DF-C047-7C0409FB8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A15BE-A98E-00D4-B515-E80F086F58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41148-AB9B-92C6-3A80-3EAD6C0131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9361CC-48F1-6A14-CD2F-ECC0B51A4602}"/>
              </a:ext>
            </a:extLst>
          </p:cNvPr>
          <p:cNvSpPr>
            <a:spLocks noGrp="1"/>
          </p:cNvSpPr>
          <p:nvPr>
            <p:ph type="sldNum" sz="quarter" idx="5"/>
          </p:nvPr>
        </p:nvSpPr>
        <p:spPr/>
        <p:txBody>
          <a:bodyPr/>
          <a:lstStyle/>
          <a:p>
            <a:fld id="{55247812-3409-784D-BAE7-ABE53735D59F}" type="slidenum">
              <a:rPr lang="en-US" smtClean="0"/>
              <a:t>14</a:t>
            </a:fld>
            <a:endParaRPr lang="en-US"/>
          </a:p>
        </p:txBody>
      </p:sp>
    </p:spTree>
    <p:extLst>
      <p:ext uri="{BB962C8B-B14F-4D97-AF65-F5344CB8AC3E}">
        <p14:creationId xmlns:p14="http://schemas.microsoft.com/office/powerpoint/2010/main" val="2979513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C98AA-2D43-A21C-74C6-2558584FD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2608F-37F0-4239-A0E6-046DC53C7F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48D10-DAB0-CB32-6829-12AC4F3674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1DEA78-5837-64FB-314C-D2A096CFCB65}"/>
              </a:ext>
            </a:extLst>
          </p:cNvPr>
          <p:cNvSpPr>
            <a:spLocks noGrp="1"/>
          </p:cNvSpPr>
          <p:nvPr>
            <p:ph type="sldNum" sz="quarter" idx="5"/>
          </p:nvPr>
        </p:nvSpPr>
        <p:spPr/>
        <p:txBody>
          <a:bodyPr/>
          <a:lstStyle/>
          <a:p>
            <a:fld id="{55247812-3409-784D-BAE7-ABE53735D59F}" type="slidenum">
              <a:rPr lang="en-US" smtClean="0"/>
              <a:t>15</a:t>
            </a:fld>
            <a:endParaRPr lang="en-US"/>
          </a:p>
        </p:txBody>
      </p:sp>
    </p:spTree>
    <p:extLst>
      <p:ext uri="{BB962C8B-B14F-4D97-AF65-F5344CB8AC3E}">
        <p14:creationId xmlns:p14="http://schemas.microsoft.com/office/powerpoint/2010/main" val="2363919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C611-384B-CB19-2033-B4B3B053D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F7119-6D51-D851-6F59-BA7CE47FB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A0EFD-DFD4-CA99-3A9E-D02053F0F3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7906CE-F93F-2A65-F306-ECBABEA8BFEE}"/>
              </a:ext>
            </a:extLst>
          </p:cNvPr>
          <p:cNvSpPr>
            <a:spLocks noGrp="1"/>
          </p:cNvSpPr>
          <p:nvPr>
            <p:ph type="sldNum" sz="quarter" idx="5"/>
          </p:nvPr>
        </p:nvSpPr>
        <p:spPr/>
        <p:txBody>
          <a:bodyPr/>
          <a:lstStyle/>
          <a:p>
            <a:fld id="{55247812-3409-784D-BAE7-ABE53735D59F}" type="slidenum">
              <a:rPr lang="en-US" smtClean="0"/>
              <a:t>16</a:t>
            </a:fld>
            <a:endParaRPr lang="en-US"/>
          </a:p>
        </p:txBody>
      </p:sp>
    </p:spTree>
    <p:extLst>
      <p:ext uri="{BB962C8B-B14F-4D97-AF65-F5344CB8AC3E}">
        <p14:creationId xmlns:p14="http://schemas.microsoft.com/office/powerpoint/2010/main" val="27973515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22F5F-71A9-E683-178F-B0F4EB4FF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FEA6E-6525-A3D9-73B3-F4E774D84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E7FCEC-8A99-1D45-61A7-79CAD6EB99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86B9CA-D96E-3F82-98CF-2A6ADC7E5ED7}"/>
              </a:ext>
            </a:extLst>
          </p:cNvPr>
          <p:cNvSpPr>
            <a:spLocks noGrp="1"/>
          </p:cNvSpPr>
          <p:nvPr>
            <p:ph type="sldNum" sz="quarter" idx="5"/>
          </p:nvPr>
        </p:nvSpPr>
        <p:spPr/>
        <p:txBody>
          <a:bodyPr/>
          <a:lstStyle/>
          <a:p>
            <a:fld id="{55247812-3409-784D-BAE7-ABE53735D59F}" type="slidenum">
              <a:rPr lang="en-US" smtClean="0"/>
              <a:t>17</a:t>
            </a:fld>
            <a:endParaRPr lang="en-US"/>
          </a:p>
        </p:txBody>
      </p:sp>
    </p:spTree>
    <p:extLst>
      <p:ext uri="{BB962C8B-B14F-4D97-AF65-F5344CB8AC3E}">
        <p14:creationId xmlns:p14="http://schemas.microsoft.com/office/powerpoint/2010/main" val="3840570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A3709-70D1-4D8B-2841-000B69F74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4DA62-3C7F-D06D-7647-23F29ED06E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3F393-9AC5-0DD2-D70B-D81D3CE654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22F14B-AE8A-EECC-FC66-D5103B92B1B9}"/>
              </a:ext>
            </a:extLst>
          </p:cNvPr>
          <p:cNvSpPr>
            <a:spLocks noGrp="1"/>
          </p:cNvSpPr>
          <p:nvPr>
            <p:ph type="sldNum" sz="quarter" idx="5"/>
          </p:nvPr>
        </p:nvSpPr>
        <p:spPr/>
        <p:txBody>
          <a:bodyPr/>
          <a:lstStyle/>
          <a:p>
            <a:fld id="{55247812-3409-784D-BAE7-ABE53735D59F}" type="slidenum">
              <a:rPr lang="en-US" smtClean="0"/>
              <a:t>18</a:t>
            </a:fld>
            <a:endParaRPr lang="en-US"/>
          </a:p>
        </p:txBody>
      </p:sp>
    </p:spTree>
    <p:extLst>
      <p:ext uri="{BB962C8B-B14F-4D97-AF65-F5344CB8AC3E}">
        <p14:creationId xmlns:p14="http://schemas.microsoft.com/office/powerpoint/2010/main" val="496261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2402C-6EE3-B0DB-924E-16D907CE8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79D1F-1E64-584F-4610-265850DA1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B1CBA-B19C-F9D5-B2F4-9E87A8EF42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7D472A-514C-5AB0-FC8D-728BDEAEB0C0}"/>
              </a:ext>
            </a:extLst>
          </p:cNvPr>
          <p:cNvSpPr>
            <a:spLocks noGrp="1"/>
          </p:cNvSpPr>
          <p:nvPr>
            <p:ph type="sldNum" sz="quarter" idx="5"/>
          </p:nvPr>
        </p:nvSpPr>
        <p:spPr/>
        <p:txBody>
          <a:bodyPr/>
          <a:lstStyle/>
          <a:p>
            <a:fld id="{55247812-3409-784D-BAE7-ABE53735D59F}" type="slidenum">
              <a:rPr lang="en-US" smtClean="0"/>
              <a:t>19</a:t>
            </a:fld>
            <a:endParaRPr lang="en-US"/>
          </a:p>
        </p:txBody>
      </p:sp>
    </p:spTree>
    <p:extLst>
      <p:ext uri="{BB962C8B-B14F-4D97-AF65-F5344CB8AC3E}">
        <p14:creationId xmlns:p14="http://schemas.microsoft.com/office/powerpoint/2010/main" val="3247489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E1213-50CF-A363-411A-E2F7249BE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4DDF6-AF51-16EC-FB6D-2256B48BD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107B3-08EC-0B3B-DE56-AE79A36B76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9B60F0-DFFA-1394-CA4E-D3346BC3B29F}"/>
              </a:ext>
            </a:extLst>
          </p:cNvPr>
          <p:cNvSpPr>
            <a:spLocks noGrp="1"/>
          </p:cNvSpPr>
          <p:nvPr>
            <p:ph type="sldNum" sz="quarter" idx="5"/>
          </p:nvPr>
        </p:nvSpPr>
        <p:spPr/>
        <p:txBody>
          <a:bodyPr/>
          <a:lstStyle/>
          <a:p>
            <a:fld id="{55247812-3409-784D-BAE7-ABE53735D59F}" type="slidenum">
              <a:rPr lang="en-US" smtClean="0"/>
              <a:t>20</a:t>
            </a:fld>
            <a:endParaRPr lang="en-US"/>
          </a:p>
        </p:txBody>
      </p:sp>
    </p:spTree>
    <p:extLst>
      <p:ext uri="{BB962C8B-B14F-4D97-AF65-F5344CB8AC3E}">
        <p14:creationId xmlns:p14="http://schemas.microsoft.com/office/powerpoint/2010/main" val="32877124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65E7E-2BF3-75CC-4A31-D94EE1660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4E859-E1CC-82EF-5AF1-B9C8A64154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76B53-D308-429A-2E62-D30B46CF31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DB1339-2D34-BDFF-6261-DD57AC76B552}"/>
              </a:ext>
            </a:extLst>
          </p:cNvPr>
          <p:cNvSpPr>
            <a:spLocks noGrp="1"/>
          </p:cNvSpPr>
          <p:nvPr>
            <p:ph type="sldNum" sz="quarter" idx="5"/>
          </p:nvPr>
        </p:nvSpPr>
        <p:spPr/>
        <p:txBody>
          <a:bodyPr/>
          <a:lstStyle/>
          <a:p>
            <a:fld id="{55247812-3409-784D-BAE7-ABE53735D59F}" type="slidenum">
              <a:rPr lang="en-US" smtClean="0"/>
              <a:t>21</a:t>
            </a:fld>
            <a:endParaRPr lang="en-US"/>
          </a:p>
        </p:txBody>
      </p:sp>
    </p:spTree>
    <p:extLst>
      <p:ext uri="{BB962C8B-B14F-4D97-AF65-F5344CB8AC3E}">
        <p14:creationId xmlns:p14="http://schemas.microsoft.com/office/powerpoint/2010/main" val="3887688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F2EA-8E42-2BEE-1281-77B352E78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CB2B9-4771-42F3-B016-819C40152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1DBAE8-846A-22BD-DEA7-B0769813D5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19BE04-087B-4B87-CFD6-716B69E0C756}"/>
              </a:ext>
            </a:extLst>
          </p:cNvPr>
          <p:cNvSpPr>
            <a:spLocks noGrp="1"/>
          </p:cNvSpPr>
          <p:nvPr>
            <p:ph type="sldNum" sz="quarter" idx="5"/>
          </p:nvPr>
        </p:nvSpPr>
        <p:spPr/>
        <p:txBody>
          <a:bodyPr/>
          <a:lstStyle/>
          <a:p>
            <a:fld id="{55247812-3409-784D-BAE7-ABE53735D59F}" type="slidenum">
              <a:rPr lang="en-US" smtClean="0"/>
              <a:t>22</a:t>
            </a:fld>
            <a:endParaRPr lang="en-US"/>
          </a:p>
        </p:txBody>
      </p:sp>
    </p:spTree>
    <p:extLst>
      <p:ext uri="{BB962C8B-B14F-4D97-AF65-F5344CB8AC3E}">
        <p14:creationId xmlns:p14="http://schemas.microsoft.com/office/powerpoint/2010/main" val="4093966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45D7D-B3B7-5DCD-80C5-2B02D1D8F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2CD35-A716-3211-F0C0-5A6681799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3E752-E06B-CA99-A394-70E4E31321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2781AA-77AA-B36C-A2AD-B26E20FA5308}"/>
              </a:ext>
            </a:extLst>
          </p:cNvPr>
          <p:cNvSpPr>
            <a:spLocks noGrp="1"/>
          </p:cNvSpPr>
          <p:nvPr>
            <p:ph type="sldNum" sz="quarter" idx="5"/>
          </p:nvPr>
        </p:nvSpPr>
        <p:spPr/>
        <p:txBody>
          <a:bodyPr/>
          <a:lstStyle/>
          <a:p>
            <a:fld id="{55247812-3409-784D-BAE7-ABE53735D59F}" type="slidenum">
              <a:rPr lang="en-US" smtClean="0"/>
              <a:t>23</a:t>
            </a:fld>
            <a:endParaRPr lang="en-US"/>
          </a:p>
        </p:txBody>
      </p:sp>
    </p:spTree>
    <p:extLst>
      <p:ext uri="{BB962C8B-B14F-4D97-AF65-F5344CB8AC3E}">
        <p14:creationId xmlns:p14="http://schemas.microsoft.com/office/powerpoint/2010/main" val="1229772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B2144-58F2-450F-E68D-159537020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2713E-9F30-FAD7-1A4E-A8BAADF78E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1B9B4-8488-04B3-2E37-9C2EE2C87C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649E4C-6A47-3A62-582E-ADAFA1719090}"/>
              </a:ext>
            </a:extLst>
          </p:cNvPr>
          <p:cNvSpPr>
            <a:spLocks noGrp="1"/>
          </p:cNvSpPr>
          <p:nvPr>
            <p:ph type="sldNum" sz="quarter" idx="5"/>
          </p:nvPr>
        </p:nvSpPr>
        <p:spPr/>
        <p:txBody>
          <a:bodyPr/>
          <a:lstStyle/>
          <a:p>
            <a:fld id="{55247812-3409-784D-BAE7-ABE53735D59F}" type="slidenum">
              <a:rPr lang="en-US" smtClean="0"/>
              <a:t>24</a:t>
            </a:fld>
            <a:endParaRPr lang="en-US"/>
          </a:p>
        </p:txBody>
      </p:sp>
    </p:spTree>
    <p:extLst>
      <p:ext uri="{BB962C8B-B14F-4D97-AF65-F5344CB8AC3E}">
        <p14:creationId xmlns:p14="http://schemas.microsoft.com/office/powerpoint/2010/main" val="3655202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F881-62F6-DE80-3948-A3DA1150D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7EDD8-93BE-E026-A9CC-541B181E4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92754-CF16-159D-C44F-4D39A5FF90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59207-4DF1-0271-C352-4642F82C18CB}"/>
              </a:ext>
            </a:extLst>
          </p:cNvPr>
          <p:cNvSpPr>
            <a:spLocks noGrp="1"/>
          </p:cNvSpPr>
          <p:nvPr>
            <p:ph type="sldNum" sz="quarter" idx="5"/>
          </p:nvPr>
        </p:nvSpPr>
        <p:spPr/>
        <p:txBody>
          <a:bodyPr/>
          <a:lstStyle/>
          <a:p>
            <a:fld id="{55247812-3409-784D-BAE7-ABE53735D59F}" type="slidenum">
              <a:rPr lang="en-US" smtClean="0"/>
              <a:t>25</a:t>
            </a:fld>
            <a:endParaRPr lang="en-US"/>
          </a:p>
        </p:txBody>
      </p:sp>
    </p:spTree>
    <p:extLst>
      <p:ext uri="{BB962C8B-B14F-4D97-AF65-F5344CB8AC3E}">
        <p14:creationId xmlns:p14="http://schemas.microsoft.com/office/powerpoint/2010/main" val="28983630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505C0-CEAA-B86D-E367-F67FF920E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FA19F-521C-508F-C024-12C1BAF4F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F1D1B-2030-4159-7704-C49CAA4C1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9A8FD2-3638-527C-55EB-5780B5B8DF03}"/>
              </a:ext>
            </a:extLst>
          </p:cNvPr>
          <p:cNvSpPr>
            <a:spLocks noGrp="1"/>
          </p:cNvSpPr>
          <p:nvPr>
            <p:ph type="sldNum" sz="quarter" idx="5"/>
          </p:nvPr>
        </p:nvSpPr>
        <p:spPr/>
        <p:txBody>
          <a:bodyPr/>
          <a:lstStyle/>
          <a:p>
            <a:fld id="{55247812-3409-784D-BAE7-ABE53735D59F}" type="slidenum">
              <a:rPr lang="en-US" smtClean="0"/>
              <a:t>26</a:t>
            </a:fld>
            <a:endParaRPr lang="en-US"/>
          </a:p>
        </p:txBody>
      </p:sp>
    </p:spTree>
    <p:extLst>
      <p:ext uri="{BB962C8B-B14F-4D97-AF65-F5344CB8AC3E}">
        <p14:creationId xmlns:p14="http://schemas.microsoft.com/office/powerpoint/2010/main" val="28907396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C5BE-3129-A60C-A21F-93DDB7E3C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52D75-F394-4205-3BF5-46638DA17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75637E-FC3D-6C6E-EFA7-2A1B436935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EAF292-3D74-DEB1-0188-EEFC80EA4584}"/>
              </a:ext>
            </a:extLst>
          </p:cNvPr>
          <p:cNvSpPr>
            <a:spLocks noGrp="1"/>
          </p:cNvSpPr>
          <p:nvPr>
            <p:ph type="sldNum" sz="quarter" idx="5"/>
          </p:nvPr>
        </p:nvSpPr>
        <p:spPr/>
        <p:txBody>
          <a:bodyPr/>
          <a:lstStyle/>
          <a:p>
            <a:fld id="{55247812-3409-784D-BAE7-ABE53735D59F}" type="slidenum">
              <a:rPr lang="en-US" smtClean="0"/>
              <a:t>27</a:t>
            </a:fld>
            <a:endParaRPr lang="en-US"/>
          </a:p>
        </p:txBody>
      </p:sp>
    </p:spTree>
    <p:extLst>
      <p:ext uri="{BB962C8B-B14F-4D97-AF65-F5344CB8AC3E}">
        <p14:creationId xmlns:p14="http://schemas.microsoft.com/office/powerpoint/2010/main" val="29776887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28</a:t>
            </a:fld>
            <a:endParaRPr lang="en-US"/>
          </a:p>
        </p:txBody>
      </p:sp>
    </p:spTree>
    <p:extLst>
      <p:ext uri="{BB962C8B-B14F-4D97-AF65-F5344CB8AC3E}">
        <p14:creationId xmlns:p14="http://schemas.microsoft.com/office/powerpoint/2010/main" val="1015613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1/29/2026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1/29/2026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1/29/2026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1/29/2026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1/29/2026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1/29/2026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dirty="0"/>
              <a:t>Cybersecurity club</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838200" y="365760"/>
            <a:ext cx="10515600" cy="1325563"/>
          </a:xfrm>
        </p:spPr>
        <p:txBody>
          <a:bodyPr anchor="ctr">
            <a:normAutofit/>
          </a:bodyPr>
          <a:lstStyle/>
          <a:p>
            <a:r>
              <a:rPr lang="en-US" dirty="0"/>
              <a:t>AGENDA</a:t>
            </a:r>
          </a:p>
        </p:txBody>
      </p:sp>
      <p:sp>
        <p:nvSpPr>
          <p:cNvPr id="3" name="Content Placeholder 2">
            <a:extLst>
              <a:ext uri="{FF2B5EF4-FFF2-40B4-BE49-F238E27FC236}">
                <a16:creationId xmlns:a16="http://schemas.microsoft.com/office/drawing/2014/main" id="{992EC4A8-49EE-CF82-CFDC-BA9308ED0D65}"/>
              </a:ext>
            </a:extLst>
          </p:cNvPr>
          <p:cNvSpPr>
            <a:spLocks noGrp="1"/>
          </p:cNvSpPr>
          <p:nvPr>
            <p:ph sz="quarter" idx="15"/>
          </p:nvPr>
        </p:nvSpPr>
        <p:spPr>
          <a:xfrm>
            <a:off x="838200" y="1790329"/>
            <a:ext cx="5134335" cy="4113054"/>
          </a:xfrm>
        </p:spPr>
        <p:txBody>
          <a:bodyPr vert="horz" lIns="91440" tIns="45720" rIns="91440" bIns="45720" rtlCol="0" anchor="t">
            <a:normAutofit/>
          </a:bodyPr>
          <a:lstStyle/>
          <a:p>
            <a:r>
              <a:rPr lang="en-US" dirty="0">
                <a:ea typeface="Calibri"/>
                <a:cs typeface="Calibri"/>
              </a:rPr>
              <a:t>Cybersecurity News</a:t>
            </a:r>
          </a:p>
          <a:p>
            <a:r>
              <a:rPr lang="en-US" dirty="0">
                <a:ea typeface="Calibri"/>
                <a:cs typeface="Calibri"/>
              </a:rPr>
              <a:t>Databases</a:t>
            </a:r>
          </a:p>
          <a:p>
            <a:r>
              <a:rPr lang="en-US" dirty="0">
                <a:ea typeface="Calibri"/>
                <a:cs typeface="Calibri"/>
              </a:rPr>
              <a:t>SQL?</a:t>
            </a:r>
          </a:p>
          <a:p>
            <a:r>
              <a:rPr lang="en-US" dirty="0">
                <a:ea typeface="Calibri"/>
                <a:cs typeface="Calibri"/>
              </a:rPr>
              <a:t>SQL Fundies</a:t>
            </a:r>
          </a:p>
          <a:p>
            <a:r>
              <a:rPr lang="en-US" dirty="0">
                <a:ea typeface="Calibri"/>
                <a:cs typeface="Calibri"/>
              </a:rPr>
              <a:t>Social Media</a:t>
            </a:r>
          </a:p>
          <a:p>
            <a:r>
              <a:rPr lang="en-US" dirty="0">
                <a:ea typeface="Calibri"/>
                <a:cs typeface="Calibri"/>
              </a:rPr>
              <a:t>Questions</a:t>
            </a:r>
          </a:p>
        </p:txBody>
      </p:sp>
      <p:pic>
        <p:nvPicPr>
          <p:cNvPr id="7" name="Picture Placeholder 6" descr="A computer screen with a pencil and people on it&#10;&#10;Description automatically generated">
            <a:extLst>
              <a:ext uri="{FF2B5EF4-FFF2-40B4-BE49-F238E27FC236}">
                <a16:creationId xmlns:a16="http://schemas.microsoft.com/office/drawing/2014/main" id="{08DAC26A-09CC-AEE3-869C-FA1137049814}"/>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5409618" y="2069307"/>
            <a:ext cx="5944181" cy="3128821"/>
          </a:xfrm>
          <a:noFill/>
        </p:spPr>
      </p:pic>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838200" y="365760"/>
            <a:ext cx="10515600" cy="1325880"/>
          </a:xfrm>
        </p:spPr>
        <p:txBody>
          <a:bodyPr anchor="ctr">
            <a:normAutofit/>
          </a:bodyPr>
          <a:lstStyle/>
          <a:p>
            <a:r>
              <a:rPr lang="en-US" dirty="0">
                <a:ea typeface="Calibri Light"/>
                <a:cs typeface="Calibri Light"/>
              </a:rPr>
              <a:t>Cybersecurity News</a:t>
            </a:r>
            <a:endParaRPr lang="en-US" dirty="0"/>
          </a:p>
        </p:txBody>
      </p:sp>
      <p:pic>
        <p:nvPicPr>
          <p:cNvPr id="3" name="Content Placeholder 2" descr="A map of the state of the united states">
            <a:extLst>
              <a:ext uri="{FF2B5EF4-FFF2-40B4-BE49-F238E27FC236}">
                <a16:creationId xmlns:a16="http://schemas.microsoft.com/office/drawing/2014/main" id="{2B960B75-59A0-3AED-9E2D-0867AD802EBA}"/>
              </a:ext>
            </a:extLst>
          </p:cNvPr>
          <p:cNvPicPr>
            <a:picLocks noGrp="1" noChangeAspect="1"/>
          </p:cNvPicPr>
          <p:nvPr>
            <p:ph sz="quarter" idx="14"/>
          </p:nvPr>
        </p:nvPicPr>
        <p:blipFill>
          <a:blip r:embed="rId3"/>
          <a:stretch>
            <a:fillRect/>
          </a:stretch>
        </p:blipFill>
        <p:spPr>
          <a:xfrm>
            <a:off x="5930113" y="2496743"/>
            <a:ext cx="5953370" cy="3193262"/>
          </a:xfrm>
          <a:prstGeom prst="rect">
            <a:avLst/>
          </a:prstGeom>
        </p:spPr>
      </p:pic>
      <p:sp>
        <p:nvSpPr>
          <p:cNvPr id="4" name="Content Placeholder 3">
            <a:extLst>
              <a:ext uri="{FF2B5EF4-FFF2-40B4-BE49-F238E27FC236}">
                <a16:creationId xmlns:a16="http://schemas.microsoft.com/office/drawing/2014/main" id="{E3DDBB83-5C52-3FB9-D039-8EAC38B7B416}"/>
              </a:ext>
            </a:extLst>
          </p:cNvPr>
          <p:cNvSpPr>
            <a:spLocks noGrp="1"/>
          </p:cNvSpPr>
          <p:nvPr>
            <p:ph sz="quarter" idx="13"/>
          </p:nvPr>
        </p:nvSpPr>
        <p:spPr/>
        <p:txBody>
          <a:bodyPr vert="horz" lIns="91440" tIns="45720" rIns="91440" bIns="45720" rtlCol="0" anchor="t">
            <a:normAutofit/>
          </a:bodyPr>
          <a:lstStyle/>
          <a:p>
            <a:pPr marL="285750" indent="-285750">
              <a:buFont typeface="Arial" panose="05000000000000000000" pitchFamily="2" charset="2"/>
              <a:buChar char="•"/>
            </a:pPr>
            <a:r>
              <a:rPr lang="en-US" err="1">
                <a:ea typeface="Calibri"/>
                <a:cs typeface="Calibri"/>
              </a:rPr>
              <a:t>GeoServer</a:t>
            </a:r>
            <a:r>
              <a:rPr lang="en-US" dirty="0">
                <a:ea typeface="Calibri"/>
                <a:cs typeface="Calibri"/>
              </a:rPr>
              <a:t> exploit: </a:t>
            </a:r>
            <a:r>
              <a:rPr lang="en-US" dirty="0">
                <a:ea typeface="+mn-lt"/>
                <a:cs typeface="+mn-lt"/>
              </a:rPr>
              <a:t>CVE-2025-58360</a:t>
            </a:r>
          </a:p>
          <a:p>
            <a:pPr marL="285750" lvl="1">
              <a:buFont typeface="Courier New" panose="05000000000000000000" pitchFamily="2" charset="2"/>
              <a:buChar char="o"/>
            </a:pPr>
            <a:r>
              <a:rPr lang="en-US" dirty="0">
                <a:ea typeface="+mn-lt"/>
                <a:cs typeface="+mn-lt"/>
              </a:rPr>
              <a:t>XML External Entity (XXE) vulnerability</a:t>
            </a:r>
          </a:p>
          <a:p>
            <a:pPr marL="285750" lvl="1">
              <a:buFont typeface="Courier New" panose="05000000000000000000" pitchFamily="2" charset="2"/>
              <a:buChar char="o"/>
            </a:pPr>
            <a:r>
              <a:rPr lang="en-US" dirty="0">
                <a:ea typeface="+mn-lt"/>
                <a:cs typeface="+mn-lt"/>
              </a:rPr>
              <a:t>unauthenticated attackers perform arbitrary file reads on the host server and Server-Side Request Forgery (SSRF)</a:t>
            </a:r>
          </a:p>
          <a:p>
            <a:pPr marL="285750" lvl="1">
              <a:buFont typeface="Courier New" panose="05000000000000000000" pitchFamily="2" charset="2"/>
              <a:buChar char="o"/>
            </a:pPr>
            <a:r>
              <a:rPr lang="en-US" dirty="0">
                <a:ea typeface="Calibri"/>
                <a:cs typeface="Calibri"/>
              </a:rPr>
              <a:t>Allows hacker to change Geolocation maps and read </a:t>
            </a:r>
            <a:r>
              <a:rPr lang="en-US" dirty="0">
                <a:ea typeface="+mn-lt"/>
                <a:cs typeface="+mn-lt"/>
              </a:rPr>
              <a:t>customer information</a:t>
            </a:r>
            <a:r>
              <a:rPr lang="en-US" dirty="0">
                <a:ea typeface="Calibri"/>
                <a:cs typeface="Calibri"/>
              </a:rPr>
              <a:t> on a server</a:t>
            </a:r>
          </a:p>
          <a:p>
            <a:pPr marL="285750" indent="-228600">
              <a:buFont typeface="Arial" panose="05000000000000000000" pitchFamily="2" charset="2"/>
              <a:buChar char="•"/>
            </a:pPr>
            <a:r>
              <a:rPr lang="en-US" dirty="0">
                <a:ea typeface="Calibri"/>
                <a:cs typeface="Calibri"/>
              </a:rPr>
              <a:t>Has been patched now</a:t>
            </a:r>
          </a:p>
        </p:txBody>
      </p:sp>
    </p:spTree>
    <p:extLst>
      <p:ext uri="{BB962C8B-B14F-4D97-AF65-F5344CB8AC3E}">
        <p14:creationId xmlns:p14="http://schemas.microsoft.com/office/powerpoint/2010/main" val="393043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dirty="0">
                <a:ea typeface="Calibri Light"/>
                <a:cs typeface="Calibri Light"/>
              </a:rPr>
              <a:t>Databases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6000"/>
            <a:ext cx="6241650" cy="3474720"/>
          </a:xfrm>
          <a:noFill/>
        </p:spPr>
        <p:txBody>
          <a:bodyPr vert="horz" lIns="91440" tIns="45720" rIns="91440" bIns="45720" rtlCol="0" anchor="t">
            <a:normAutofit/>
          </a:bodyPr>
          <a:lstStyle/>
          <a:p>
            <a:pPr>
              <a:buFont typeface="Arial" panose="05000000000000000000" pitchFamily="2" charset="2"/>
              <a:buChar char="•"/>
            </a:pPr>
            <a:r>
              <a:rPr lang="en-US" dirty="0">
                <a:ea typeface="+mn-lt"/>
                <a:cs typeface="+mn-lt"/>
              </a:rPr>
              <a:t>Databases are an organized collection of structured information or data that is easily accessible and can be manipulated or analyzed</a:t>
            </a:r>
            <a:endParaRPr lang="en-US">
              <a:ea typeface="Calibri"/>
              <a:cs typeface="Calibri"/>
            </a:endParaRPr>
          </a:p>
          <a:p>
            <a:pPr marL="457200" lvl="1">
              <a:buFont typeface="Courier New" panose="05000000000000000000" pitchFamily="2" charset="2"/>
              <a:buChar char="o"/>
            </a:pPr>
            <a:r>
              <a:rPr lang="en-US" dirty="0">
                <a:ea typeface="+mn-lt"/>
                <a:cs typeface="+mn-lt"/>
              </a:rPr>
              <a:t>Many forms of data (username, passwords, Instagram likes) </a:t>
            </a:r>
            <a:endParaRPr lang="en-US" dirty="0">
              <a:ea typeface="Calibri"/>
              <a:cs typeface="Calibri"/>
            </a:endParaRPr>
          </a:p>
          <a:p>
            <a:pPr>
              <a:buFont typeface="Arial" panose="05000000000000000000" pitchFamily="2" charset="2"/>
              <a:buChar char="•"/>
            </a:pPr>
            <a:r>
              <a:rPr lang="en-US" dirty="0">
                <a:ea typeface="+mn-lt"/>
                <a:cs typeface="+mn-lt"/>
              </a:rPr>
              <a:t>Different Types of Databases</a:t>
            </a:r>
          </a:p>
          <a:p>
            <a:pPr marL="457200" lvl="1">
              <a:buFont typeface="Courier New" panose="05000000000000000000" pitchFamily="2" charset="2"/>
              <a:buChar char="o"/>
            </a:pPr>
            <a:r>
              <a:rPr lang="en-US" dirty="0">
                <a:ea typeface="Calibri"/>
                <a:cs typeface="Calibri"/>
              </a:rPr>
              <a:t>Relational (SQL) and non-relational (NoSQL)</a:t>
            </a:r>
          </a:p>
          <a:p>
            <a:pPr marL="457200" lvl="1">
              <a:buFont typeface="Courier New" panose="05000000000000000000" pitchFamily="2" charset="2"/>
              <a:buChar char="o"/>
            </a:pPr>
            <a:r>
              <a:rPr lang="en-US" dirty="0">
                <a:ea typeface="Calibri"/>
                <a:cs typeface="Calibri"/>
              </a:rPr>
              <a:t>Table-based      Graph, key-value, document, etc.</a:t>
            </a:r>
          </a:p>
          <a:p>
            <a:pPr marL="457200" lvl="1">
              <a:buFont typeface="Courier New" panose="05000000000000000000" pitchFamily="2" charset="2"/>
              <a:buChar char="o"/>
            </a:pPr>
            <a:r>
              <a:rPr lang="en-US" dirty="0">
                <a:ea typeface="Calibri"/>
                <a:cs typeface="Calibri"/>
              </a:rPr>
              <a:t>Structured      Varied data</a:t>
            </a:r>
          </a:p>
        </p:txBody>
      </p:sp>
      <p:pic>
        <p:nvPicPr>
          <p:cNvPr id="7" name="Picture Placeholder 6" descr="Database Design Bad Practices | Toptal®">
            <a:extLst>
              <a:ext uri="{FF2B5EF4-FFF2-40B4-BE49-F238E27FC236}">
                <a16:creationId xmlns:a16="http://schemas.microsoft.com/office/drawing/2014/main" id="{3F1EE2BB-EB2D-B445-9375-14B65B3D00F9}"/>
              </a:ext>
            </a:extLst>
          </p:cNvPr>
          <p:cNvPicPr>
            <a:picLocks noGrp="1" noChangeAspect="1"/>
          </p:cNvPicPr>
          <p:nvPr>
            <p:ph type="pic" sz="quarter" idx="10"/>
          </p:nvPr>
        </p:nvPicPr>
        <p:blipFill>
          <a:blip r:embed="rId3"/>
          <a:srcRect l="33642" r="33642"/>
          <a:stretch/>
        </p:blipFill>
        <p:spPr>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Relational Database</a:t>
            </a:r>
          </a:p>
        </p:txBody>
      </p:sp>
      <p:pic>
        <p:nvPicPr>
          <p:cNvPr id="10" name="Content Placeholder 9" descr="An illustration of a database table with rows and columns. The table has labeled columns at the top representing different data fields, such as 'ID', 'Name', and 'Published Date'. Each row below the headers contains data entries corresponding to these columns, forming individual records. The structure emphasizes how data is organized in a grid-like format, with each row representing a record and each column representing a specific attribute of the data.">
            <a:extLst>
              <a:ext uri="{FF2B5EF4-FFF2-40B4-BE49-F238E27FC236}">
                <a16:creationId xmlns:a16="http://schemas.microsoft.com/office/drawing/2014/main" id="{748BF0D2-5CC5-998B-72C1-E9CBEFAF5846}"/>
              </a:ext>
            </a:extLst>
          </p:cNvPr>
          <p:cNvPicPr>
            <a:picLocks noGrp="1" noChangeAspect="1"/>
          </p:cNvPicPr>
          <p:nvPr>
            <p:ph sz="quarter" idx="13"/>
          </p:nvPr>
        </p:nvPicPr>
        <p:blipFill>
          <a:blip r:embed="rId3"/>
          <a:stretch>
            <a:fillRect/>
          </a:stretch>
        </p:blipFill>
        <p:spPr>
          <a:xfrm>
            <a:off x="6096227" y="2107641"/>
            <a:ext cx="5254171" cy="3678901"/>
          </a:xfrm>
          <a:prstGeom prst="rect">
            <a:avLst/>
          </a:prstGeom>
          <a:noFill/>
        </p:spPr>
      </p:pic>
      <p:sp>
        <p:nvSpPr>
          <p:cNvPr id="4" name="Content Placeholder 3">
            <a:extLst>
              <a:ext uri="{FF2B5EF4-FFF2-40B4-BE49-F238E27FC236}">
                <a16:creationId xmlns:a16="http://schemas.microsoft.com/office/drawing/2014/main" id="{ACFBB810-3430-2C29-1AA0-9744AA0A1AA3}"/>
              </a:ext>
            </a:extLst>
          </p:cNvPr>
          <p:cNvSpPr>
            <a:spLocks noGrp="1"/>
          </p:cNvSpPr>
          <p:nvPr>
            <p:ph sz="quarter" idx="14"/>
          </p:nvPr>
        </p:nvSpPr>
        <p:spPr>
          <a:xfrm>
            <a:off x="840045" y="2106423"/>
            <a:ext cx="4894006" cy="4137189"/>
          </a:xfrm>
          <a:noFill/>
        </p:spPr>
        <p:txBody>
          <a:bodyPr vert="horz" lIns="91440" tIns="45720" rIns="91440" bIns="45720" rtlCol="0" anchor="t">
            <a:normAutofit/>
          </a:bodyPr>
          <a:lstStyle/>
          <a:p>
            <a:pPr marL="285750" indent="-285750">
              <a:buFont typeface="Arial" panose="05000000000000000000" pitchFamily="2" charset="2"/>
              <a:buChar char="•"/>
            </a:pPr>
            <a:r>
              <a:rPr lang="en-US" dirty="0">
                <a:ea typeface="Calibri"/>
                <a:cs typeface="Calibri"/>
              </a:rPr>
              <a:t>All data will be stored on a table</a:t>
            </a:r>
          </a:p>
          <a:p>
            <a:pPr marL="742950" lvl="2" indent="-285750">
              <a:buFont typeface="Courier New" panose="05000000000000000000" pitchFamily="2" charset="2"/>
              <a:buChar char="o"/>
            </a:pPr>
            <a:r>
              <a:rPr lang="en-US" dirty="0">
                <a:ea typeface="Calibri"/>
                <a:cs typeface="Calibri"/>
              </a:rPr>
              <a:t>Define important information (id, name, </a:t>
            </a:r>
            <a:r>
              <a:rPr lang="en-US" dirty="0" err="1">
                <a:ea typeface="Calibri"/>
                <a:cs typeface="Calibri"/>
              </a:rPr>
              <a:t>Published_date</a:t>
            </a:r>
            <a:r>
              <a:rPr lang="en-US" dirty="0">
                <a:ea typeface="Calibri"/>
                <a:cs typeface="Calibri"/>
              </a:rPr>
              <a:t>)</a:t>
            </a:r>
          </a:p>
          <a:p>
            <a:pPr marL="742950" lvl="2" indent="-285750">
              <a:buFont typeface="Courier New" panose="05000000000000000000" pitchFamily="2" charset="2"/>
              <a:buChar char="o"/>
            </a:pPr>
            <a:r>
              <a:rPr lang="en-US" dirty="0">
                <a:ea typeface="Calibri"/>
                <a:cs typeface="Calibri"/>
              </a:rPr>
              <a:t>These will be the columns</a:t>
            </a:r>
          </a:p>
          <a:p>
            <a:pPr marL="742950" lvl="2" indent="-285750">
              <a:buFont typeface="Courier New" panose="05000000000000000000" pitchFamily="2" charset="2"/>
              <a:buChar char="o"/>
            </a:pPr>
            <a:r>
              <a:rPr lang="en-US" dirty="0">
                <a:ea typeface="Calibri"/>
                <a:cs typeface="Calibri"/>
              </a:rPr>
              <a:t>If you try to add data that doesn’t match, it is rejected</a:t>
            </a:r>
          </a:p>
          <a:p>
            <a:pPr marL="285750" indent="-228600">
              <a:buFont typeface="Arial" panose="05000000000000000000" pitchFamily="2" charset="2"/>
              <a:buChar char="•"/>
            </a:pPr>
            <a:r>
              <a:rPr lang="en-US" dirty="0">
                <a:ea typeface="Calibri"/>
                <a:cs typeface="Calibri"/>
              </a:rPr>
              <a:t>Data can be in String, Integer, floats/decimals, and Time/Dates formats</a:t>
            </a:r>
          </a:p>
          <a:p>
            <a:pPr marL="285750" indent="-228600">
              <a:buFont typeface="Arial" panose="05000000000000000000" pitchFamily="2" charset="2"/>
              <a:buChar char="•"/>
            </a:pPr>
            <a:r>
              <a:rPr lang="en-US" dirty="0">
                <a:ea typeface="Calibri"/>
                <a:cs typeface="Calibri"/>
              </a:rPr>
              <a:t>Records are fully filled out data</a:t>
            </a:r>
          </a:p>
          <a:p>
            <a:pPr marL="742950" lvl="2" indent="-285750">
              <a:buFont typeface="Courier New" panose="05000000000000000000" pitchFamily="2" charset="2"/>
              <a:buChar char="o"/>
            </a:pPr>
            <a:r>
              <a:rPr lang="en-US" dirty="0">
                <a:ea typeface="Calibri"/>
                <a:cs typeface="Calibri"/>
              </a:rPr>
              <a:t>These will be the rows</a:t>
            </a:r>
          </a:p>
        </p:txBody>
      </p:sp>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24315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F3550-8E17-694C-EFB3-64D11DF83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3D114-40C6-4F17-B3B4-0B12D6D0BB0E}"/>
              </a:ext>
            </a:extLst>
          </p:cNvPr>
          <p:cNvSpPr>
            <a:spLocks noGrp="1"/>
          </p:cNvSpPr>
          <p:nvPr>
            <p:ph type="title"/>
          </p:nvPr>
        </p:nvSpPr>
        <p:spPr>
          <a:xfrm>
            <a:off x="838200" y="365760"/>
            <a:ext cx="10515600" cy="1325880"/>
          </a:xfrm>
          <a:noFill/>
        </p:spPr>
        <p:txBody>
          <a:bodyPr anchor="ctr"/>
          <a:lstStyle/>
          <a:p>
            <a:r>
              <a:rPr lang="en-US" dirty="0">
                <a:ea typeface="+mj-lt"/>
                <a:cs typeface="+mj-lt"/>
              </a:rPr>
              <a:t>Relational Database </a:t>
            </a:r>
            <a:endParaRPr lang="en-US" dirty="0"/>
          </a:p>
        </p:txBody>
      </p:sp>
      <p:sp>
        <p:nvSpPr>
          <p:cNvPr id="3" name="Content Placeholder 2">
            <a:extLst>
              <a:ext uri="{FF2B5EF4-FFF2-40B4-BE49-F238E27FC236}">
                <a16:creationId xmlns:a16="http://schemas.microsoft.com/office/drawing/2014/main" id="{2F238174-C681-51A7-DF50-A3B00099B1C8}"/>
              </a:ext>
            </a:extLst>
          </p:cNvPr>
          <p:cNvSpPr>
            <a:spLocks noGrp="1"/>
          </p:cNvSpPr>
          <p:nvPr>
            <p:ph sz="quarter" idx="13"/>
          </p:nvPr>
        </p:nvSpPr>
        <p:spPr>
          <a:xfrm>
            <a:off x="783335" y="2024779"/>
            <a:ext cx="5212079" cy="4137189"/>
          </a:xfrm>
          <a:noFill/>
        </p:spPr>
        <p:txBody>
          <a:bodyPr vert="horz" lIns="91440" tIns="45720" rIns="91440" bIns="45720" rtlCol="0" anchor="t">
            <a:normAutofit/>
          </a:bodyPr>
          <a:lstStyle/>
          <a:p>
            <a:pPr marL="285750" indent="-285750">
              <a:buFont typeface="Arial" panose="05000000000000000000" pitchFamily="2" charset="2"/>
              <a:buChar char="•"/>
            </a:pPr>
            <a:r>
              <a:rPr lang="en-US" dirty="0">
                <a:ea typeface="Calibri"/>
                <a:cs typeface="Calibri"/>
              </a:rPr>
              <a:t>If you want to store data from another table, use Foreign keys</a:t>
            </a:r>
            <a:endParaRPr lang="en-US"/>
          </a:p>
          <a:p>
            <a:pPr marL="285750" indent="-228600">
              <a:buFont typeface="Arial"/>
              <a:buChar char="•"/>
            </a:pPr>
            <a:r>
              <a:rPr lang="en-US" dirty="0">
                <a:ea typeface="Calibri"/>
                <a:cs typeface="Calibri"/>
              </a:rPr>
              <a:t>Primary keys</a:t>
            </a:r>
          </a:p>
          <a:p>
            <a:pPr marL="742950" lvl="2" indent="-285750">
              <a:buFont typeface="Courier New"/>
              <a:buChar char="o"/>
            </a:pPr>
            <a:r>
              <a:rPr lang="en-US" dirty="0">
                <a:ea typeface="+mn-lt"/>
                <a:cs typeface="+mn-lt"/>
              </a:rPr>
              <a:t>Used to ensure that the data collected in a certain column is unique</a:t>
            </a:r>
          </a:p>
          <a:p>
            <a:pPr marL="285750" indent="-228600">
              <a:buFont typeface="Arial"/>
              <a:buChar char="•"/>
            </a:pPr>
            <a:r>
              <a:rPr lang="en-US" dirty="0">
                <a:ea typeface="Calibri"/>
                <a:cs typeface="Calibri"/>
              </a:rPr>
              <a:t>Foreign keys</a:t>
            </a:r>
          </a:p>
          <a:p>
            <a:pPr marL="742950" lvl="2" indent="-285750">
              <a:buFont typeface="Courier New"/>
              <a:buChar char="o"/>
            </a:pPr>
            <a:r>
              <a:rPr lang="en-US" dirty="0">
                <a:ea typeface="+mn-lt"/>
                <a:cs typeface="+mn-lt"/>
              </a:rPr>
              <a:t>A table that also exists in another table within the database </a:t>
            </a:r>
          </a:p>
          <a:p>
            <a:pPr marL="742950" lvl="2" indent="-285750">
              <a:buFont typeface="Courier New"/>
              <a:buChar char="o"/>
            </a:pPr>
            <a:r>
              <a:rPr lang="en-US" dirty="0">
                <a:ea typeface="Calibri"/>
                <a:cs typeface="Calibri"/>
              </a:rPr>
              <a:t>This links tables together</a:t>
            </a:r>
          </a:p>
        </p:txBody>
      </p:sp>
      <p:pic>
        <p:nvPicPr>
          <p:cNvPr id="6" name="Content Placeholder 5" descr="An illustration comparing a Primary Key and a Foreign Key in database tables. On the left, a table is shown with a highlighted column labeled 'Primary Key,' which uniquely identifies each record in that table. On the right, another table is displayed with a highlighted column labeled 'Foreign Key,' which references the Primary Key from the first table. Arrows connect the Foreign Key to the Primary Key, emphasizing the relationship between the two tables, where the Foreign Key enforces referential integrity by linking related data across tables.">
            <a:extLst>
              <a:ext uri="{FF2B5EF4-FFF2-40B4-BE49-F238E27FC236}">
                <a16:creationId xmlns:a16="http://schemas.microsoft.com/office/drawing/2014/main" id="{CF2633A6-0A55-2E83-7E4C-2EF2590906A6}"/>
              </a:ext>
            </a:extLst>
          </p:cNvPr>
          <p:cNvPicPr>
            <a:picLocks noGrp="1" noChangeAspect="1"/>
          </p:cNvPicPr>
          <p:nvPr>
            <p:ph sz="quarter" idx="14"/>
          </p:nvPr>
        </p:nvPicPr>
        <p:blipFill>
          <a:blip r:embed="rId3"/>
          <a:stretch>
            <a:fillRect/>
          </a:stretch>
        </p:blipFill>
        <p:spPr>
          <a:xfrm>
            <a:off x="6098950" y="2725416"/>
            <a:ext cx="6193743" cy="2082763"/>
          </a:xfrm>
          <a:prstGeom prst="rect">
            <a:avLst/>
          </a:prstGeom>
          <a:noFill/>
        </p:spPr>
      </p:pic>
      <p:sp>
        <p:nvSpPr>
          <p:cNvPr id="5" name="Rectangle 4">
            <a:extLst>
              <a:ext uri="{FF2B5EF4-FFF2-40B4-BE49-F238E27FC236}">
                <a16:creationId xmlns:a16="http://schemas.microsoft.com/office/drawing/2014/main" id="{3E223775-D619-7424-65BF-7818A9A02B01}"/>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352400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5CD03-AA44-54EB-5039-3300505BF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CD92C-8AD7-7BBD-8174-6D36D8953DD9}"/>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SQL?</a:t>
            </a:r>
            <a:endParaRPr lang="en-US" dirty="0"/>
          </a:p>
        </p:txBody>
      </p:sp>
      <p:pic>
        <p:nvPicPr>
          <p:cNvPr id="6" name="Content Placeholder 5" descr="The Best Way to Learn SQL - Learn to code in 30 Days!">
            <a:extLst>
              <a:ext uri="{FF2B5EF4-FFF2-40B4-BE49-F238E27FC236}">
                <a16:creationId xmlns:a16="http://schemas.microsoft.com/office/drawing/2014/main" id="{00777782-20A4-F206-3AF9-0EA78B335F09}"/>
              </a:ext>
            </a:extLst>
          </p:cNvPr>
          <p:cNvPicPr>
            <a:picLocks noGrp="1" noChangeAspect="1"/>
          </p:cNvPicPr>
          <p:nvPr>
            <p:ph sz="quarter" idx="13"/>
          </p:nvPr>
        </p:nvPicPr>
        <p:blipFill>
          <a:blip r:embed="rId3"/>
          <a:stretch>
            <a:fillRect/>
          </a:stretch>
        </p:blipFill>
        <p:spPr>
          <a:xfrm>
            <a:off x="252575" y="2276511"/>
            <a:ext cx="6205559" cy="3463635"/>
          </a:xfrm>
          <a:prstGeom prst="rect">
            <a:avLst/>
          </a:prstGeom>
          <a:noFill/>
        </p:spPr>
      </p:pic>
      <p:sp>
        <p:nvSpPr>
          <p:cNvPr id="4" name="Content Placeholder 3">
            <a:extLst>
              <a:ext uri="{FF2B5EF4-FFF2-40B4-BE49-F238E27FC236}">
                <a16:creationId xmlns:a16="http://schemas.microsoft.com/office/drawing/2014/main" id="{F15E79C7-4A00-A7B7-60F3-7BBC004227B9}"/>
              </a:ext>
            </a:extLst>
          </p:cNvPr>
          <p:cNvSpPr>
            <a:spLocks noGrp="1"/>
          </p:cNvSpPr>
          <p:nvPr>
            <p:ph sz="quarter" idx="14"/>
          </p:nvPr>
        </p:nvSpPr>
        <p:spPr>
          <a:xfrm>
            <a:off x="6459795" y="2024780"/>
            <a:ext cx="4894006" cy="4137189"/>
          </a:xfrm>
          <a:noFill/>
        </p:spPr>
        <p:txBody>
          <a:bodyPr vert="horz" lIns="91440" tIns="45720" rIns="91440" bIns="45720" rtlCol="0" anchor="t">
            <a:normAutofit/>
          </a:bodyPr>
          <a:lstStyle/>
          <a:p>
            <a:pPr marL="285750" indent="-285750">
              <a:buFont typeface="Arial" panose="05000000000000000000" pitchFamily="2" charset="2"/>
              <a:buChar char="•"/>
            </a:pPr>
            <a:r>
              <a:rPr lang="en-US" dirty="0">
                <a:ea typeface="Calibri"/>
                <a:cs typeface="Calibri"/>
              </a:rPr>
              <a:t>People manage databases with Database Management System (DBMS)</a:t>
            </a:r>
          </a:p>
          <a:p>
            <a:pPr marL="742950" lvl="2" indent="-285750">
              <a:buFont typeface="Courier New" panose="05000000000000000000" pitchFamily="2" charset="2"/>
              <a:buChar char="o"/>
            </a:pPr>
            <a:r>
              <a:rPr lang="en-US" dirty="0">
                <a:ea typeface="Calibri"/>
                <a:cs typeface="Calibri"/>
              </a:rPr>
              <a:t>Some DBMS are MySQL and MongoDB</a:t>
            </a:r>
          </a:p>
          <a:p>
            <a:pPr marL="285750" indent="-228600">
              <a:buFont typeface="Arial" panose="05000000000000000000" pitchFamily="2" charset="2"/>
              <a:buChar char="•"/>
            </a:pPr>
            <a:r>
              <a:rPr lang="en-US" dirty="0">
                <a:ea typeface="Calibri"/>
                <a:cs typeface="Calibri"/>
              </a:rPr>
              <a:t>To interact with a database, we can use SQL (Structured Query Language)</a:t>
            </a:r>
          </a:p>
          <a:p>
            <a:pPr marL="742950" lvl="2" indent="-285750">
              <a:buFont typeface="Courier New" panose="05000000000000000000" pitchFamily="2" charset="2"/>
              <a:buChar char="o"/>
            </a:pPr>
            <a:r>
              <a:rPr lang="en-US" dirty="0">
                <a:ea typeface="Calibri"/>
                <a:cs typeface="Calibri"/>
              </a:rPr>
              <a:t>It queries, defines, and manipulates data</a:t>
            </a:r>
          </a:p>
          <a:p>
            <a:pPr marL="285750" indent="-228600">
              <a:buFont typeface="Arial" panose="05000000000000000000" pitchFamily="2" charset="2"/>
              <a:buChar char="•"/>
            </a:pPr>
            <a:r>
              <a:rPr lang="en-US">
                <a:ea typeface="Calibri"/>
                <a:cs typeface="Calibri"/>
              </a:rPr>
              <a:t>Why SQL?</a:t>
            </a:r>
            <a:endParaRPr lang="en-US" dirty="0">
              <a:ea typeface="Calibri"/>
              <a:cs typeface="Calibri"/>
            </a:endParaRPr>
          </a:p>
          <a:p>
            <a:pPr marL="742950" lvl="2" indent="-285750">
              <a:buFont typeface="Courier New" panose="05000000000000000000" pitchFamily="2" charset="2"/>
              <a:buChar char="o"/>
            </a:pPr>
            <a:r>
              <a:rPr lang="en-US" dirty="0">
                <a:ea typeface="Calibri"/>
                <a:cs typeface="Calibri"/>
              </a:rPr>
              <a:t>Its fast, easy to learn, reliable, and flexible</a:t>
            </a:r>
          </a:p>
          <a:p>
            <a:pPr marL="285750" indent="-228600">
              <a:buFont typeface="Arial" panose="05000000000000000000" pitchFamily="2" charset="2"/>
              <a:buChar char="•"/>
            </a:pPr>
            <a:endParaRPr lang="en-US" dirty="0">
              <a:ea typeface="Calibri"/>
              <a:cs typeface="Calibri"/>
            </a:endParaRPr>
          </a:p>
          <a:p>
            <a:pPr marL="285750" indent="-228600">
              <a:buFont typeface="Arial" panose="05000000000000000000" pitchFamily="2" charset="2"/>
              <a:buChar char="•"/>
            </a:pPr>
            <a:endParaRPr lang="en-US" dirty="0">
              <a:ea typeface="Calibri"/>
              <a:cs typeface="Calibri"/>
            </a:endParaRPr>
          </a:p>
        </p:txBody>
      </p:sp>
      <p:sp>
        <p:nvSpPr>
          <p:cNvPr id="5" name="Rectangle 4">
            <a:extLst>
              <a:ext uri="{FF2B5EF4-FFF2-40B4-BE49-F238E27FC236}">
                <a16:creationId xmlns:a16="http://schemas.microsoft.com/office/drawing/2014/main" id="{46D48E19-600C-22B2-744D-A64F305C86CB}"/>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873894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26CCF-E70E-EEA5-1AAB-5C9CEBA62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28BC6-CE33-9999-37C8-6E064887A8A7}"/>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Hands on (Download)</a:t>
            </a:r>
            <a:endParaRPr lang="en-US" dirty="0"/>
          </a:p>
        </p:txBody>
      </p:sp>
      <p:pic>
        <p:nvPicPr>
          <p:cNvPr id="6" name="Content Placeholder 5" descr="A computer screen shot of a computer code&#10;&#10;AI-generated content may be incorrect.">
            <a:extLst>
              <a:ext uri="{FF2B5EF4-FFF2-40B4-BE49-F238E27FC236}">
                <a16:creationId xmlns:a16="http://schemas.microsoft.com/office/drawing/2014/main" id="{FE50BD1A-ED90-335F-2D8A-666EEEC8700F}"/>
              </a:ext>
            </a:extLst>
          </p:cNvPr>
          <p:cNvPicPr>
            <a:picLocks noGrp="1" noChangeAspect="1"/>
          </p:cNvPicPr>
          <p:nvPr>
            <p:ph sz="quarter" idx="13"/>
          </p:nvPr>
        </p:nvPicPr>
        <p:blipFill>
          <a:blip r:embed="rId3"/>
          <a:stretch>
            <a:fillRect/>
          </a:stretch>
        </p:blipFill>
        <p:spPr>
          <a:xfrm>
            <a:off x="6096925" y="2549052"/>
            <a:ext cx="5885632" cy="1755143"/>
          </a:xfrm>
          <a:prstGeom prst="rect">
            <a:avLst/>
          </a:prstGeom>
          <a:noFill/>
        </p:spPr>
      </p:pic>
      <p:sp>
        <p:nvSpPr>
          <p:cNvPr id="4" name="Content Placeholder 3">
            <a:extLst>
              <a:ext uri="{FF2B5EF4-FFF2-40B4-BE49-F238E27FC236}">
                <a16:creationId xmlns:a16="http://schemas.microsoft.com/office/drawing/2014/main" id="{3DA8944E-79AA-A7F9-D349-310C0645F63B}"/>
              </a:ext>
            </a:extLst>
          </p:cNvPr>
          <p:cNvSpPr>
            <a:spLocks noGrp="1"/>
          </p:cNvSpPr>
          <p:nvPr>
            <p:ph sz="quarter" idx="14"/>
          </p:nvPr>
        </p:nvSpPr>
        <p:spPr>
          <a:xfrm>
            <a:off x="840045" y="1997566"/>
            <a:ext cx="4894006" cy="4137189"/>
          </a:xfrm>
          <a:noFill/>
        </p:spPr>
        <p:txBody>
          <a:bodyPr vert="horz" lIns="91440" tIns="45720" rIns="91440" bIns="45720" rtlCol="0" anchor="t">
            <a:normAutofit/>
          </a:bodyPr>
          <a:lstStyle/>
          <a:p>
            <a:pPr marL="342900" indent="-342900">
              <a:buAutoNum type="arabicPeriod"/>
            </a:pPr>
            <a:r>
              <a:rPr lang="en-US" dirty="0">
                <a:ea typeface="Calibri"/>
                <a:cs typeface="Calibri"/>
              </a:rPr>
              <a:t>Download packages for MySQL</a:t>
            </a:r>
            <a:endParaRPr lang="en-US"/>
          </a:p>
          <a:p>
            <a:pPr lvl="2" indent="0">
              <a:buNone/>
            </a:pPr>
            <a:r>
              <a:rPr lang="en-US" b="1" dirty="0" err="1">
                <a:ea typeface="Calibri"/>
                <a:cs typeface="Calibri"/>
              </a:rPr>
              <a:t>sudo</a:t>
            </a:r>
            <a:r>
              <a:rPr lang="en-US" b="1" dirty="0">
                <a:ea typeface="+mn-lt"/>
                <a:cs typeface="+mn-lt"/>
              </a:rPr>
              <a:t> apt install default-</a:t>
            </a:r>
            <a:r>
              <a:rPr lang="en-US" b="1" dirty="0" err="1">
                <a:ea typeface="+mn-lt"/>
                <a:cs typeface="+mn-lt"/>
              </a:rPr>
              <a:t>mysql</a:t>
            </a:r>
            <a:r>
              <a:rPr lang="en-US" b="1" dirty="0">
                <a:ea typeface="+mn-lt"/>
                <a:cs typeface="+mn-lt"/>
              </a:rPr>
              <a:t>-server –y</a:t>
            </a:r>
            <a:endParaRPr lang="en-US" dirty="0">
              <a:ea typeface="+mn-lt"/>
              <a:cs typeface="+mn-lt"/>
            </a:endParaRPr>
          </a:p>
          <a:p>
            <a:pPr marL="342900" indent="-342900">
              <a:buFont typeface="Wingdings" panose="05000000000000000000" pitchFamily="2" charset="2"/>
              <a:buAutoNum type="arabicPeriod"/>
            </a:pPr>
            <a:r>
              <a:rPr lang="en-US" dirty="0">
                <a:ea typeface="+mn-lt"/>
                <a:cs typeface="+mn-lt"/>
              </a:rPr>
              <a:t>Start the service</a:t>
            </a:r>
          </a:p>
          <a:p>
            <a:pPr lvl="2" indent="0">
              <a:buNone/>
            </a:pPr>
            <a:r>
              <a:rPr lang="en-US" b="1" err="1">
                <a:ea typeface="+mn-lt"/>
                <a:cs typeface="+mn-lt"/>
              </a:rPr>
              <a:t>sudo</a:t>
            </a:r>
            <a:r>
              <a:rPr lang="en-US" b="1" dirty="0">
                <a:ea typeface="+mn-lt"/>
                <a:cs typeface="+mn-lt"/>
              </a:rPr>
              <a:t> service </a:t>
            </a:r>
            <a:r>
              <a:rPr lang="en-US" b="1" err="1">
                <a:ea typeface="+mn-lt"/>
                <a:cs typeface="+mn-lt"/>
              </a:rPr>
              <a:t>mysql</a:t>
            </a:r>
            <a:r>
              <a:rPr lang="en-US" b="1" dirty="0">
                <a:ea typeface="+mn-lt"/>
                <a:cs typeface="+mn-lt"/>
              </a:rPr>
              <a:t> start</a:t>
            </a:r>
          </a:p>
          <a:p>
            <a:pPr marL="342900" indent="-342900">
              <a:buAutoNum type="arabicPeriod"/>
            </a:pPr>
            <a:r>
              <a:rPr lang="en-US" dirty="0">
                <a:ea typeface="+mn-lt"/>
                <a:cs typeface="+mn-lt"/>
              </a:rPr>
              <a:t>Access MySQL</a:t>
            </a:r>
          </a:p>
          <a:p>
            <a:pPr lvl="2" indent="0">
              <a:buNone/>
            </a:pPr>
            <a:r>
              <a:rPr lang="en-US" b="1" dirty="0" err="1">
                <a:ea typeface="+mn-lt"/>
                <a:cs typeface="+mn-lt"/>
              </a:rPr>
              <a:t>sudo</a:t>
            </a:r>
            <a:r>
              <a:rPr lang="en-US" b="1" dirty="0">
                <a:ea typeface="+mn-lt"/>
                <a:cs typeface="+mn-lt"/>
              </a:rPr>
              <a:t> </a:t>
            </a:r>
            <a:r>
              <a:rPr lang="en-US" b="1" dirty="0" err="1">
                <a:ea typeface="+mn-lt"/>
                <a:cs typeface="+mn-lt"/>
              </a:rPr>
              <a:t>mysql</a:t>
            </a:r>
            <a:r>
              <a:rPr lang="en-US" b="1" dirty="0">
                <a:ea typeface="+mn-lt"/>
                <a:cs typeface="+mn-lt"/>
              </a:rPr>
              <a:t> -u root</a:t>
            </a:r>
          </a:p>
        </p:txBody>
      </p:sp>
      <p:sp>
        <p:nvSpPr>
          <p:cNvPr id="5" name="Rectangle 4">
            <a:extLst>
              <a:ext uri="{FF2B5EF4-FFF2-40B4-BE49-F238E27FC236}">
                <a16:creationId xmlns:a16="http://schemas.microsoft.com/office/drawing/2014/main" id="{4337755C-63C6-4963-5227-8AD6FEB8FDEA}"/>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41210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5BC9-A301-63FF-B77A-F53889AB0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ADFA2-A1FB-C02F-1956-E8F4C4F48B79}"/>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Hands on (Create database)</a:t>
            </a:r>
            <a:endParaRPr lang="en-US" dirty="0"/>
          </a:p>
        </p:txBody>
      </p:sp>
      <p:pic>
        <p:nvPicPr>
          <p:cNvPr id="6" name="Content Placeholder 5" descr="A screenshot of a computer program">
            <a:extLst>
              <a:ext uri="{FF2B5EF4-FFF2-40B4-BE49-F238E27FC236}">
                <a16:creationId xmlns:a16="http://schemas.microsoft.com/office/drawing/2014/main" id="{449A1ADA-713B-CB5D-7639-143506754A30}"/>
              </a:ext>
            </a:extLst>
          </p:cNvPr>
          <p:cNvPicPr>
            <a:picLocks noGrp="1" noChangeAspect="1"/>
          </p:cNvPicPr>
          <p:nvPr>
            <p:ph sz="quarter" idx="13"/>
          </p:nvPr>
        </p:nvPicPr>
        <p:blipFill>
          <a:blip r:embed="rId3"/>
          <a:stretch>
            <a:fillRect/>
          </a:stretch>
        </p:blipFill>
        <p:spPr>
          <a:xfrm>
            <a:off x="733941" y="2022366"/>
            <a:ext cx="4821010" cy="4135211"/>
          </a:xfrm>
          <a:prstGeom prst="rect">
            <a:avLst/>
          </a:prstGeom>
          <a:noFill/>
        </p:spPr>
      </p:pic>
      <p:sp>
        <p:nvSpPr>
          <p:cNvPr id="4" name="Content Placeholder 3">
            <a:extLst>
              <a:ext uri="{FF2B5EF4-FFF2-40B4-BE49-F238E27FC236}">
                <a16:creationId xmlns:a16="http://schemas.microsoft.com/office/drawing/2014/main" id="{D342981A-3AA0-D8B0-8DD4-0B741FD1A2BB}"/>
              </a:ext>
            </a:extLst>
          </p:cNvPr>
          <p:cNvSpPr>
            <a:spLocks noGrp="1"/>
          </p:cNvSpPr>
          <p:nvPr>
            <p:ph sz="quarter" idx="14"/>
          </p:nvPr>
        </p:nvSpPr>
        <p:spPr>
          <a:xfrm>
            <a:off x="6459795" y="2024780"/>
            <a:ext cx="4894006" cy="4137189"/>
          </a:xfrm>
          <a:noFill/>
        </p:spPr>
        <p:txBody>
          <a:bodyPr vert="horz" lIns="91440" tIns="45720" rIns="91440" bIns="45720" rtlCol="0" anchor="t">
            <a:normAutofit/>
          </a:bodyPr>
          <a:lstStyle/>
          <a:p>
            <a:pPr marL="342900" indent="-342900">
              <a:buFont typeface="+mj-lt"/>
              <a:buAutoNum type="arabicPeriod"/>
            </a:pPr>
            <a:r>
              <a:rPr lang="en-US" dirty="0">
                <a:ea typeface="Calibri"/>
                <a:cs typeface="Calibri"/>
              </a:rPr>
              <a:t>Create a database</a:t>
            </a:r>
          </a:p>
          <a:p>
            <a:pPr marL="114300" lvl="1" indent="0">
              <a:buNone/>
            </a:pPr>
            <a:r>
              <a:rPr lang="en-US" b="1" dirty="0" err="1">
                <a:ea typeface="+mn-lt"/>
                <a:cs typeface="+mn-lt"/>
              </a:rPr>
              <a:t>mysql</a:t>
            </a:r>
            <a:r>
              <a:rPr lang="en-US" b="1" dirty="0">
                <a:ea typeface="+mn-lt"/>
                <a:cs typeface="+mn-lt"/>
              </a:rPr>
              <a:t>&gt; CREATE DATABASE </a:t>
            </a:r>
            <a:r>
              <a:rPr lang="en-US" b="1" dirty="0" err="1">
                <a:ea typeface="+mn-lt"/>
                <a:cs typeface="+mn-lt"/>
              </a:rPr>
              <a:t>database_name</a:t>
            </a:r>
            <a:r>
              <a:rPr lang="en-US" b="1" dirty="0">
                <a:ea typeface="+mn-lt"/>
                <a:cs typeface="+mn-lt"/>
              </a:rPr>
              <a:t>;</a:t>
            </a:r>
            <a:endParaRPr lang="en-US" b="1" dirty="0">
              <a:ea typeface="Calibri"/>
              <a:cs typeface="Calibri"/>
            </a:endParaRPr>
          </a:p>
          <a:p>
            <a:pPr marL="342900" indent="-342900">
              <a:buAutoNum type="arabicPeriod"/>
            </a:pPr>
            <a:r>
              <a:rPr lang="en-US" dirty="0">
                <a:ea typeface="Calibri"/>
                <a:cs typeface="Calibri"/>
              </a:rPr>
              <a:t>Show  the databases</a:t>
            </a:r>
          </a:p>
          <a:p>
            <a:pPr marL="57150" lvl="1" indent="0">
              <a:buNone/>
            </a:pPr>
            <a:r>
              <a:rPr lang="en-US" b="1" dirty="0" err="1">
                <a:ea typeface="+mn-lt"/>
                <a:cs typeface="+mn-lt"/>
              </a:rPr>
              <a:t>mysql</a:t>
            </a:r>
            <a:r>
              <a:rPr lang="en-US" b="1" dirty="0">
                <a:ea typeface="+mn-lt"/>
                <a:cs typeface="+mn-lt"/>
              </a:rPr>
              <a:t>&gt; SHOW DATABASES;</a:t>
            </a:r>
            <a:endParaRPr lang="en-US" b="1" dirty="0">
              <a:ea typeface="Calibri"/>
              <a:cs typeface="Calibri"/>
            </a:endParaRPr>
          </a:p>
          <a:p>
            <a:pPr marL="342900" indent="-342900">
              <a:buAutoNum type="arabicPeriod"/>
            </a:pPr>
            <a:r>
              <a:rPr lang="en-US" dirty="0">
                <a:ea typeface="Calibri"/>
                <a:cs typeface="Calibri"/>
              </a:rPr>
              <a:t>Use the database</a:t>
            </a:r>
          </a:p>
          <a:p>
            <a:pPr marL="57150" lvl="1" indent="0">
              <a:buNone/>
            </a:pPr>
            <a:r>
              <a:rPr lang="en-US" b="1" err="1">
                <a:ea typeface="+mn-lt"/>
                <a:cs typeface="+mn-lt"/>
              </a:rPr>
              <a:t>mysql</a:t>
            </a:r>
            <a:r>
              <a:rPr lang="en-US" b="1" dirty="0">
                <a:ea typeface="+mn-lt"/>
                <a:cs typeface="+mn-lt"/>
              </a:rPr>
              <a:t>&gt; USE </a:t>
            </a:r>
            <a:r>
              <a:rPr lang="en-US" b="1" err="1">
                <a:ea typeface="+mn-lt"/>
                <a:cs typeface="+mn-lt"/>
              </a:rPr>
              <a:t>thm_bookmarket_db</a:t>
            </a:r>
            <a:r>
              <a:rPr lang="en-US" b="1" dirty="0">
                <a:ea typeface="+mn-lt"/>
                <a:cs typeface="+mn-lt"/>
              </a:rPr>
              <a:t>;</a:t>
            </a:r>
            <a:endParaRPr lang="en-US" b="1" dirty="0">
              <a:ea typeface="Calibri"/>
              <a:cs typeface="Calibri"/>
            </a:endParaRPr>
          </a:p>
          <a:p>
            <a:pPr marL="342900" lvl="1" indent="-285750">
              <a:buFont typeface="Arial"/>
              <a:buChar char="•"/>
            </a:pPr>
            <a:r>
              <a:rPr lang="en-US" dirty="0">
                <a:ea typeface="Calibri"/>
                <a:cs typeface="Calibri"/>
              </a:rPr>
              <a:t>Use</a:t>
            </a:r>
            <a:r>
              <a:rPr lang="en-US" b="1" dirty="0">
                <a:ea typeface="Calibri"/>
                <a:cs typeface="Calibri"/>
              </a:rPr>
              <a:t> DROP database </a:t>
            </a:r>
            <a:r>
              <a:rPr lang="en-US" b="1" dirty="0" err="1">
                <a:ea typeface="Calibri"/>
                <a:cs typeface="Calibri"/>
              </a:rPr>
              <a:t>database_name</a:t>
            </a:r>
            <a:r>
              <a:rPr lang="en-US" b="1" dirty="0">
                <a:ea typeface="Calibri"/>
                <a:cs typeface="Calibri"/>
              </a:rPr>
              <a:t>;</a:t>
            </a:r>
            <a:r>
              <a:rPr lang="en-US" dirty="0">
                <a:ea typeface="Calibri"/>
                <a:cs typeface="Calibri"/>
              </a:rPr>
              <a:t> to remove a database</a:t>
            </a:r>
          </a:p>
          <a:p>
            <a:endParaRPr lang="en-US" dirty="0">
              <a:ea typeface="Calibri"/>
              <a:cs typeface="Calibri"/>
            </a:endParaRPr>
          </a:p>
          <a:p>
            <a:pPr marL="342900" indent="-342900">
              <a:buAutoNum type="arabicPeriod"/>
            </a:pPr>
            <a:endParaRPr lang="en-US" dirty="0">
              <a:ea typeface="Calibri"/>
              <a:cs typeface="Calibri"/>
            </a:endParaRPr>
          </a:p>
        </p:txBody>
      </p:sp>
      <p:sp>
        <p:nvSpPr>
          <p:cNvPr id="5" name="Rectangle 4">
            <a:extLst>
              <a:ext uri="{FF2B5EF4-FFF2-40B4-BE49-F238E27FC236}">
                <a16:creationId xmlns:a16="http://schemas.microsoft.com/office/drawing/2014/main" id="{C506B6EB-79BB-54AB-11F1-6C5FD6BD3986}"/>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563346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A41E2-427A-B528-EE5A-AC23A1A2D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579AA-2A54-944C-42FD-84DEC4F59601}"/>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Hands on (Create tables)</a:t>
            </a:r>
            <a:endParaRPr lang="en-US" dirty="0"/>
          </a:p>
        </p:txBody>
      </p:sp>
      <p:pic>
        <p:nvPicPr>
          <p:cNvPr id="6" name="Content Placeholder 5" descr="A screen shot of a computer program">
            <a:extLst>
              <a:ext uri="{FF2B5EF4-FFF2-40B4-BE49-F238E27FC236}">
                <a16:creationId xmlns:a16="http://schemas.microsoft.com/office/drawing/2014/main" id="{3644BC8E-B997-1F79-31DA-CE3C707568CE}"/>
              </a:ext>
            </a:extLst>
          </p:cNvPr>
          <p:cNvPicPr>
            <a:picLocks noGrp="1" noChangeAspect="1"/>
          </p:cNvPicPr>
          <p:nvPr>
            <p:ph sz="quarter" idx="13"/>
          </p:nvPr>
        </p:nvPicPr>
        <p:blipFill>
          <a:blip r:embed="rId3"/>
          <a:stretch>
            <a:fillRect/>
          </a:stretch>
        </p:blipFill>
        <p:spPr>
          <a:xfrm>
            <a:off x="6093794" y="2150274"/>
            <a:ext cx="5422446" cy="3450770"/>
          </a:xfrm>
          <a:prstGeom prst="rect">
            <a:avLst/>
          </a:prstGeom>
          <a:noFill/>
        </p:spPr>
      </p:pic>
      <p:sp>
        <p:nvSpPr>
          <p:cNvPr id="4" name="Content Placeholder 3">
            <a:extLst>
              <a:ext uri="{FF2B5EF4-FFF2-40B4-BE49-F238E27FC236}">
                <a16:creationId xmlns:a16="http://schemas.microsoft.com/office/drawing/2014/main" id="{588DD4A8-075B-6816-19FA-3CECA566A38E}"/>
              </a:ext>
            </a:extLst>
          </p:cNvPr>
          <p:cNvSpPr>
            <a:spLocks noGrp="1"/>
          </p:cNvSpPr>
          <p:nvPr>
            <p:ph sz="quarter" idx="14"/>
          </p:nvPr>
        </p:nvSpPr>
        <p:spPr>
          <a:xfrm>
            <a:off x="840045" y="2024780"/>
            <a:ext cx="4894006" cy="4137189"/>
          </a:xfrm>
          <a:noFill/>
        </p:spPr>
        <p:txBody>
          <a:bodyPr vert="horz" lIns="91440" tIns="45720" rIns="91440" bIns="45720" rtlCol="0" anchor="t">
            <a:normAutofit/>
          </a:bodyPr>
          <a:lstStyle/>
          <a:p>
            <a:pPr marL="342900" indent="-342900">
              <a:buFont typeface="+mj-lt"/>
              <a:buAutoNum type="arabicPeriod"/>
            </a:pPr>
            <a:r>
              <a:rPr lang="en-US" dirty="0">
                <a:ea typeface="Calibri"/>
                <a:cs typeface="Calibri"/>
              </a:rPr>
              <a:t>Create a table</a:t>
            </a:r>
          </a:p>
          <a:p>
            <a:pPr lvl="1" indent="0">
              <a:lnSpc>
                <a:spcPct val="0"/>
              </a:lnSpc>
              <a:buNone/>
            </a:pPr>
            <a:r>
              <a:rPr lang="en-US" b="1" dirty="0" err="1">
                <a:ea typeface="+mn-lt"/>
                <a:cs typeface="+mn-lt"/>
              </a:rPr>
              <a:t>mysql</a:t>
            </a:r>
            <a:r>
              <a:rPr lang="en-US" b="1" dirty="0">
                <a:ea typeface="+mn-lt"/>
                <a:cs typeface="+mn-lt"/>
              </a:rPr>
              <a:t>&gt; CREATE TABLE </a:t>
            </a:r>
            <a:r>
              <a:rPr lang="en-US" b="1" dirty="0" err="1">
                <a:ea typeface="+mn-lt"/>
                <a:cs typeface="+mn-lt"/>
              </a:rPr>
              <a:t>example_table_name</a:t>
            </a:r>
            <a:r>
              <a:rPr lang="en-US" b="1" dirty="0">
                <a:ea typeface="+mn-lt"/>
                <a:cs typeface="+mn-lt"/>
              </a:rPr>
              <a:t> (</a:t>
            </a:r>
            <a:endParaRPr lang="en-US" b="1" dirty="0">
              <a:ea typeface="Calibri"/>
              <a:cs typeface="Calibri"/>
            </a:endParaRPr>
          </a:p>
          <a:p>
            <a:pPr lvl="1" indent="0">
              <a:lnSpc>
                <a:spcPct val="0"/>
              </a:lnSpc>
              <a:buNone/>
            </a:pPr>
            <a:r>
              <a:rPr lang="en-US" b="1" dirty="0">
                <a:ea typeface="+mn-lt"/>
                <a:cs typeface="+mn-lt"/>
              </a:rPr>
              <a:t>    example_column1 </a:t>
            </a:r>
            <a:r>
              <a:rPr lang="en-US" b="1" err="1">
                <a:ea typeface="+mn-lt"/>
                <a:cs typeface="+mn-lt"/>
              </a:rPr>
              <a:t>data_type</a:t>
            </a:r>
            <a:r>
              <a:rPr lang="en-US" b="1" dirty="0">
                <a:ea typeface="+mn-lt"/>
                <a:cs typeface="+mn-lt"/>
              </a:rPr>
              <a:t>,</a:t>
            </a:r>
            <a:endParaRPr lang="en-US" b="1" dirty="0">
              <a:ea typeface="Calibri"/>
              <a:cs typeface="Calibri"/>
            </a:endParaRPr>
          </a:p>
          <a:p>
            <a:pPr lvl="1" indent="0">
              <a:lnSpc>
                <a:spcPct val="0"/>
              </a:lnSpc>
              <a:buNone/>
            </a:pPr>
            <a:r>
              <a:rPr lang="en-US" b="1" dirty="0">
                <a:ea typeface="+mn-lt"/>
                <a:cs typeface="+mn-lt"/>
              </a:rPr>
              <a:t>    example_column2 </a:t>
            </a:r>
            <a:r>
              <a:rPr lang="en-US" b="1" err="1">
                <a:ea typeface="+mn-lt"/>
                <a:cs typeface="+mn-lt"/>
              </a:rPr>
              <a:t>data_type</a:t>
            </a:r>
            <a:r>
              <a:rPr lang="en-US" b="1" dirty="0">
                <a:ea typeface="+mn-lt"/>
                <a:cs typeface="+mn-lt"/>
              </a:rPr>
              <a:t>,</a:t>
            </a:r>
            <a:endParaRPr lang="en-US" b="1" dirty="0">
              <a:ea typeface="Calibri"/>
              <a:cs typeface="Calibri"/>
            </a:endParaRPr>
          </a:p>
          <a:p>
            <a:pPr lvl="1" indent="0">
              <a:lnSpc>
                <a:spcPct val="0"/>
              </a:lnSpc>
              <a:buNone/>
            </a:pPr>
            <a:r>
              <a:rPr lang="en-US" b="1" dirty="0">
                <a:ea typeface="+mn-lt"/>
                <a:cs typeface="+mn-lt"/>
              </a:rPr>
              <a:t>    example_column3 </a:t>
            </a:r>
            <a:r>
              <a:rPr lang="en-US" b="1" err="1">
                <a:ea typeface="+mn-lt"/>
                <a:cs typeface="+mn-lt"/>
              </a:rPr>
              <a:t>data_type</a:t>
            </a:r>
            <a:endParaRPr lang="en-US" b="1" err="1">
              <a:ea typeface="Calibri"/>
              <a:cs typeface="Calibri"/>
            </a:endParaRPr>
          </a:p>
          <a:p>
            <a:pPr marL="57150" lvl="1" indent="0">
              <a:lnSpc>
                <a:spcPct val="0"/>
              </a:lnSpc>
              <a:buNone/>
            </a:pPr>
            <a:r>
              <a:rPr lang="en-US" b="1" dirty="0">
                <a:ea typeface="+mn-lt"/>
                <a:cs typeface="+mn-lt"/>
              </a:rPr>
              <a:t>);</a:t>
            </a:r>
          </a:p>
          <a:p>
            <a:pPr marL="342900" lvl="1" indent="-285750">
              <a:lnSpc>
                <a:spcPct val="0"/>
              </a:lnSpc>
              <a:buFont typeface="Arial" panose="05000000000000000000" pitchFamily="2" charset="2"/>
              <a:buChar char="•"/>
            </a:pPr>
            <a:r>
              <a:rPr lang="en-US" dirty="0">
                <a:ea typeface="Calibri"/>
                <a:cs typeface="Calibri"/>
              </a:rPr>
              <a:t>An example would be</a:t>
            </a:r>
          </a:p>
          <a:p>
            <a:pPr marL="57150" lvl="1" indent="0">
              <a:lnSpc>
                <a:spcPct val="0"/>
              </a:lnSpc>
              <a:buNone/>
            </a:pPr>
            <a:r>
              <a:rPr lang="en-US" b="1" err="1">
                <a:ea typeface="Calibri"/>
                <a:cs typeface="Calibri"/>
              </a:rPr>
              <a:t>mysql</a:t>
            </a:r>
            <a:r>
              <a:rPr lang="en-US" b="1" dirty="0">
                <a:ea typeface="Calibri"/>
                <a:cs typeface="Calibri"/>
              </a:rPr>
              <a:t>&gt; CREATE TABLE </a:t>
            </a:r>
            <a:r>
              <a:rPr lang="en-US" b="1" err="1">
                <a:ea typeface="Calibri"/>
                <a:cs typeface="Calibri"/>
              </a:rPr>
              <a:t>game_inventory</a:t>
            </a:r>
            <a:r>
              <a:rPr lang="en-US" b="1" dirty="0">
                <a:ea typeface="Calibri"/>
                <a:cs typeface="Calibri"/>
              </a:rPr>
              <a:t> (</a:t>
            </a:r>
          </a:p>
          <a:p>
            <a:pPr marL="57150" lvl="1" indent="0">
              <a:lnSpc>
                <a:spcPct val="0"/>
              </a:lnSpc>
              <a:buNone/>
            </a:pPr>
            <a:r>
              <a:rPr lang="en-US" b="1" dirty="0" err="1">
                <a:ea typeface="Calibri"/>
                <a:cs typeface="Calibri"/>
              </a:rPr>
              <a:t>game_id</a:t>
            </a:r>
            <a:r>
              <a:rPr lang="en-US" b="1" dirty="0">
                <a:ea typeface="Calibri"/>
                <a:cs typeface="Calibri"/>
              </a:rPr>
              <a:t> INT AUTO_INCREMENT PRIMARY KEY,</a:t>
            </a:r>
          </a:p>
          <a:p>
            <a:pPr marL="57150" lvl="1" indent="0">
              <a:lnSpc>
                <a:spcPct val="0"/>
              </a:lnSpc>
              <a:buNone/>
            </a:pPr>
            <a:r>
              <a:rPr lang="en-US" b="1" dirty="0" err="1">
                <a:ea typeface="Calibri"/>
                <a:cs typeface="Calibri"/>
              </a:rPr>
              <a:t>game_name</a:t>
            </a:r>
            <a:r>
              <a:rPr lang="en-US" b="1" dirty="0">
                <a:ea typeface="Calibri"/>
                <a:cs typeface="Calibri"/>
              </a:rPr>
              <a:t> VARCHAR(255) NOT NULL,</a:t>
            </a:r>
          </a:p>
          <a:p>
            <a:pPr marL="57150" lvl="1" indent="0">
              <a:lnSpc>
                <a:spcPct val="0"/>
              </a:lnSpc>
              <a:buNone/>
            </a:pPr>
            <a:r>
              <a:rPr lang="en-US" b="1" err="1">
                <a:ea typeface="Calibri"/>
                <a:cs typeface="Calibri"/>
              </a:rPr>
              <a:t>release_date</a:t>
            </a:r>
            <a:r>
              <a:rPr lang="en-US" b="1" dirty="0">
                <a:ea typeface="Calibri"/>
                <a:cs typeface="Calibri"/>
              </a:rPr>
              <a:t> DATE</a:t>
            </a:r>
          </a:p>
          <a:p>
            <a:pPr marL="57150" lvl="1" indent="0">
              <a:lnSpc>
                <a:spcPct val="0"/>
              </a:lnSpc>
              <a:buNone/>
            </a:pPr>
            <a:r>
              <a:rPr lang="en-US" b="1" dirty="0">
                <a:ea typeface="Calibri"/>
                <a:cs typeface="Calibri"/>
              </a:rPr>
              <a:t>);</a:t>
            </a:r>
          </a:p>
        </p:txBody>
      </p:sp>
      <p:sp>
        <p:nvSpPr>
          <p:cNvPr id="5" name="Rectangle 4">
            <a:extLst>
              <a:ext uri="{FF2B5EF4-FFF2-40B4-BE49-F238E27FC236}">
                <a16:creationId xmlns:a16="http://schemas.microsoft.com/office/drawing/2014/main" id="{75E99ECA-5317-54D6-6D5E-13EA44ADA2F4}"/>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955067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3386B-7FCA-11C4-105E-9FE4040B7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3C237E-229C-663F-437D-2842385FD7C7}"/>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Hands on (Tables)</a:t>
            </a:r>
            <a:endParaRPr lang="en-US" dirty="0"/>
          </a:p>
        </p:txBody>
      </p:sp>
      <p:pic>
        <p:nvPicPr>
          <p:cNvPr id="6" name="Content Placeholder 5" descr="A screenshot of a computer program&#10;&#10;AI-generated content may be incorrect.">
            <a:extLst>
              <a:ext uri="{FF2B5EF4-FFF2-40B4-BE49-F238E27FC236}">
                <a16:creationId xmlns:a16="http://schemas.microsoft.com/office/drawing/2014/main" id="{938FC6C7-31DE-44EF-3455-6106A9033B05}"/>
              </a:ext>
            </a:extLst>
          </p:cNvPr>
          <p:cNvPicPr>
            <a:picLocks noGrp="1" noChangeAspect="1"/>
          </p:cNvPicPr>
          <p:nvPr>
            <p:ph sz="quarter" idx="13"/>
          </p:nvPr>
        </p:nvPicPr>
        <p:blipFill>
          <a:blip r:embed="rId3"/>
          <a:stretch>
            <a:fillRect/>
          </a:stretch>
        </p:blipFill>
        <p:spPr>
          <a:xfrm>
            <a:off x="672466" y="1623369"/>
            <a:ext cx="4991585" cy="4538599"/>
          </a:xfrm>
          <a:prstGeom prst="rect">
            <a:avLst/>
          </a:prstGeom>
          <a:noFill/>
        </p:spPr>
      </p:pic>
      <p:sp>
        <p:nvSpPr>
          <p:cNvPr id="4" name="Content Placeholder 3">
            <a:extLst>
              <a:ext uri="{FF2B5EF4-FFF2-40B4-BE49-F238E27FC236}">
                <a16:creationId xmlns:a16="http://schemas.microsoft.com/office/drawing/2014/main" id="{4E24010C-C1B9-7356-F4CB-8319637F4498}"/>
              </a:ext>
            </a:extLst>
          </p:cNvPr>
          <p:cNvSpPr>
            <a:spLocks noGrp="1"/>
          </p:cNvSpPr>
          <p:nvPr>
            <p:ph sz="quarter" idx="14"/>
          </p:nvPr>
        </p:nvSpPr>
        <p:spPr>
          <a:xfrm>
            <a:off x="6459795" y="2024780"/>
            <a:ext cx="4894006" cy="4137189"/>
          </a:xfrm>
          <a:noFill/>
        </p:spPr>
        <p:txBody>
          <a:bodyPr vert="horz" lIns="91440" tIns="45720" rIns="91440" bIns="45720" rtlCol="0" anchor="t">
            <a:normAutofit/>
          </a:bodyPr>
          <a:lstStyle/>
          <a:p>
            <a:pPr marL="342900" indent="-342900">
              <a:buFont typeface="+mj-lt"/>
              <a:buAutoNum type="arabicPeriod"/>
            </a:pPr>
            <a:r>
              <a:rPr lang="en-US" dirty="0">
                <a:ea typeface="Calibri"/>
                <a:cs typeface="Calibri"/>
              </a:rPr>
              <a:t>Show the tables</a:t>
            </a:r>
          </a:p>
          <a:p>
            <a:pPr lvl="1" indent="0">
              <a:buNone/>
            </a:pPr>
            <a:r>
              <a:rPr lang="en-US" b="1" dirty="0" err="1">
                <a:ea typeface="+mn-lt"/>
                <a:cs typeface="+mn-lt"/>
              </a:rPr>
              <a:t>mysql</a:t>
            </a:r>
            <a:r>
              <a:rPr lang="en-US" b="1" dirty="0">
                <a:ea typeface="+mn-lt"/>
                <a:cs typeface="+mn-lt"/>
              </a:rPr>
              <a:t>&gt; SHOW TABLES;</a:t>
            </a:r>
            <a:endParaRPr lang="en-US" b="1" dirty="0"/>
          </a:p>
          <a:p>
            <a:pPr marL="342900" indent="-342900">
              <a:buAutoNum type="arabicPeriod"/>
            </a:pPr>
            <a:r>
              <a:rPr lang="en-US" dirty="0">
                <a:ea typeface="Calibri"/>
                <a:cs typeface="Calibri"/>
              </a:rPr>
              <a:t>Describe the table</a:t>
            </a:r>
          </a:p>
          <a:p>
            <a:pPr lvl="1" indent="0">
              <a:buNone/>
            </a:pPr>
            <a:r>
              <a:rPr lang="en-US" b="1" dirty="0" err="1">
                <a:ea typeface="+mn-lt"/>
                <a:cs typeface="+mn-lt"/>
              </a:rPr>
              <a:t>mysql</a:t>
            </a:r>
            <a:r>
              <a:rPr lang="en-US" b="1" dirty="0">
                <a:ea typeface="+mn-lt"/>
                <a:cs typeface="+mn-lt"/>
              </a:rPr>
              <a:t>&gt; DESCRIBE </a:t>
            </a:r>
            <a:r>
              <a:rPr lang="en-US" b="1" dirty="0" err="1">
                <a:ea typeface="+mn-lt"/>
                <a:cs typeface="+mn-lt"/>
              </a:rPr>
              <a:t>table_name</a:t>
            </a:r>
            <a:r>
              <a:rPr lang="en-US" b="1" dirty="0">
                <a:ea typeface="+mn-lt"/>
                <a:cs typeface="+mn-lt"/>
              </a:rPr>
              <a:t>;</a:t>
            </a:r>
            <a:endParaRPr lang="en-US" b="1" dirty="0"/>
          </a:p>
          <a:p>
            <a:pPr marL="342900" indent="-342900">
              <a:buAutoNum type="arabicPeriod"/>
            </a:pPr>
            <a:r>
              <a:rPr lang="en-US" dirty="0">
                <a:ea typeface="Calibri"/>
                <a:cs typeface="Calibri"/>
              </a:rPr>
              <a:t>Alter the table</a:t>
            </a:r>
          </a:p>
          <a:p>
            <a:pPr lvl="1">
              <a:buNone/>
            </a:pPr>
            <a:r>
              <a:rPr lang="en-US" b="1" dirty="0" err="1">
                <a:ea typeface="+mn-lt"/>
                <a:cs typeface="+mn-lt"/>
              </a:rPr>
              <a:t>mysql</a:t>
            </a:r>
            <a:r>
              <a:rPr lang="en-US" b="1" dirty="0">
                <a:ea typeface="+mn-lt"/>
                <a:cs typeface="+mn-lt"/>
              </a:rPr>
              <a:t>&gt; ALTER TABLE </a:t>
            </a:r>
            <a:r>
              <a:rPr lang="en-US" b="1" dirty="0" err="1">
                <a:ea typeface="+mn-lt"/>
                <a:cs typeface="+mn-lt"/>
              </a:rPr>
              <a:t>game_inventory</a:t>
            </a:r>
            <a:r>
              <a:rPr lang="en-US" b="1" dirty="0">
                <a:ea typeface="+mn-lt"/>
                <a:cs typeface="+mn-lt"/>
              </a:rPr>
              <a:t> </a:t>
            </a:r>
            <a:endParaRPr lang="en-US" b="1" dirty="0" err="1">
              <a:ea typeface="Calibri"/>
              <a:cs typeface="Calibri"/>
            </a:endParaRPr>
          </a:p>
          <a:p>
            <a:pPr lvl="1" indent="0">
              <a:buNone/>
            </a:pPr>
            <a:r>
              <a:rPr lang="en-US" b="1" dirty="0">
                <a:ea typeface="+mn-lt"/>
                <a:cs typeface="+mn-lt"/>
              </a:rPr>
              <a:t>ADD </a:t>
            </a:r>
            <a:r>
              <a:rPr lang="en-US" b="1" dirty="0" err="1">
                <a:ea typeface="+mn-lt"/>
                <a:cs typeface="+mn-lt"/>
              </a:rPr>
              <a:t>game_rating</a:t>
            </a:r>
            <a:r>
              <a:rPr lang="en-US" b="1" dirty="0">
                <a:ea typeface="+mn-lt"/>
                <a:cs typeface="+mn-lt"/>
              </a:rPr>
              <a:t> INT;</a:t>
            </a:r>
            <a:endParaRPr lang="en-US" b="1" dirty="0">
              <a:ea typeface="Calibri"/>
              <a:cs typeface="Calibri"/>
            </a:endParaRPr>
          </a:p>
          <a:p>
            <a:pPr marL="342900" indent="-342900">
              <a:buAutoNum type="arabicPeriod"/>
            </a:pPr>
            <a:r>
              <a:rPr lang="en-US" dirty="0">
                <a:ea typeface="Calibri"/>
                <a:cs typeface="Calibri"/>
              </a:rPr>
              <a:t>Drop the table</a:t>
            </a:r>
          </a:p>
          <a:p>
            <a:pPr lvl="1" indent="0">
              <a:buNone/>
            </a:pPr>
            <a:r>
              <a:rPr lang="en-US" b="1" dirty="0" err="1">
                <a:ea typeface="+mn-lt"/>
                <a:cs typeface="+mn-lt"/>
              </a:rPr>
              <a:t>mysql</a:t>
            </a:r>
            <a:r>
              <a:rPr lang="en-US" b="1" dirty="0">
                <a:ea typeface="+mn-lt"/>
                <a:cs typeface="+mn-lt"/>
              </a:rPr>
              <a:t>&gt; DROP TABLE </a:t>
            </a:r>
            <a:r>
              <a:rPr lang="en-US" b="1" dirty="0" err="1">
                <a:ea typeface="+mn-lt"/>
                <a:cs typeface="+mn-lt"/>
              </a:rPr>
              <a:t>table_name</a:t>
            </a:r>
            <a:r>
              <a:rPr lang="en-US" b="1" dirty="0">
                <a:ea typeface="+mn-lt"/>
                <a:cs typeface="+mn-lt"/>
              </a:rPr>
              <a:t>;</a:t>
            </a:r>
            <a:endParaRPr lang="en-US">
              <a:ea typeface="Calibri"/>
              <a:cs typeface="Calibri"/>
            </a:endParaRPr>
          </a:p>
        </p:txBody>
      </p:sp>
      <p:sp>
        <p:nvSpPr>
          <p:cNvPr id="5" name="Rectangle 4">
            <a:extLst>
              <a:ext uri="{FF2B5EF4-FFF2-40B4-BE49-F238E27FC236}">
                <a16:creationId xmlns:a16="http://schemas.microsoft.com/office/drawing/2014/main" id="{0BE1BC8B-E699-EABB-E7C6-EE5C4B1E8DE2}"/>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465118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4F247-8880-906E-A247-49F34C282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24F62-7ACB-F629-9467-D8C31BE4BE49}"/>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CRUD</a:t>
            </a:r>
            <a:endParaRPr lang="en-US" dirty="0"/>
          </a:p>
        </p:txBody>
      </p:sp>
      <p:pic>
        <p:nvPicPr>
          <p:cNvPr id="6" name="Content Placeholder 5" descr="A black background with white text">
            <a:extLst>
              <a:ext uri="{FF2B5EF4-FFF2-40B4-BE49-F238E27FC236}">
                <a16:creationId xmlns:a16="http://schemas.microsoft.com/office/drawing/2014/main" id="{91B63017-5674-D6DB-AD95-DAE590CB36FC}"/>
              </a:ext>
            </a:extLst>
          </p:cNvPr>
          <p:cNvPicPr>
            <a:picLocks noGrp="1" noChangeAspect="1"/>
          </p:cNvPicPr>
          <p:nvPr>
            <p:ph sz="quarter" idx="13"/>
          </p:nvPr>
        </p:nvPicPr>
        <p:blipFill>
          <a:blip r:embed="rId3"/>
          <a:stretch>
            <a:fillRect/>
          </a:stretch>
        </p:blipFill>
        <p:spPr>
          <a:xfrm>
            <a:off x="5920031" y="3112408"/>
            <a:ext cx="6205400" cy="975414"/>
          </a:xfrm>
          <a:prstGeom prst="rect">
            <a:avLst/>
          </a:prstGeom>
          <a:noFill/>
        </p:spPr>
      </p:pic>
      <p:sp>
        <p:nvSpPr>
          <p:cNvPr id="4" name="Content Placeholder 3">
            <a:extLst>
              <a:ext uri="{FF2B5EF4-FFF2-40B4-BE49-F238E27FC236}">
                <a16:creationId xmlns:a16="http://schemas.microsoft.com/office/drawing/2014/main" id="{5C9B3142-05CB-E7B0-0031-2FF3E33E80A9}"/>
              </a:ext>
            </a:extLst>
          </p:cNvPr>
          <p:cNvSpPr>
            <a:spLocks noGrp="1"/>
          </p:cNvSpPr>
          <p:nvPr>
            <p:ph sz="quarter" idx="14"/>
          </p:nvPr>
        </p:nvSpPr>
        <p:spPr>
          <a:xfrm>
            <a:off x="840045" y="2024780"/>
            <a:ext cx="4894006" cy="4137189"/>
          </a:xfrm>
          <a:noFill/>
        </p:spPr>
        <p:txBody>
          <a:bodyPr vert="horz" lIns="91440" tIns="45720" rIns="91440" bIns="45720" rtlCol="0" anchor="t">
            <a:normAutofit/>
          </a:bodyPr>
          <a:lstStyle/>
          <a:p>
            <a:pPr marL="285750" indent="-285750">
              <a:buFont typeface="Arial" panose="05000000000000000000" pitchFamily="2" charset="2"/>
              <a:buChar char="•"/>
            </a:pPr>
            <a:r>
              <a:rPr lang="en-US" dirty="0">
                <a:ea typeface="Calibri"/>
                <a:cs typeface="Calibri"/>
              </a:rPr>
              <a:t>CRUD</a:t>
            </a:r>
          </a:p>
          <a:p>
            <a:pPr marL="742950" lvl="2" indent="-285750">
              <a:buFont typeface="Courier New" panose="05000000000000000000" pitchFamily="2" charset="2"/>
              <a:buChar char="o"/>
            </a:pPr>
            <a:r>
              <a:rPr lang="en-US" dirty="0">
                <a:ea typeface="Calibri"/>
                <a:cs typeface="Calibri"/>
              </a:rPr>
              <a:t>Create, Read, Update, and Delete </a:t>
            </a:r>
          </a:p>
          <a:p>
            <a:pPr marL="742950" lvl="2" indent="-285750">
              <a:buFont typeface="Courier New" panose="05000000000000000000" pitchFamily="2" charset="2"/>
              <a:buChar char="o"/>
            </a:pPr>
            <a:r>
              <a:rPr lang="en-US" dirty="0">
                <a:ea typeface="Calibri"/>
                <a:cs typeface="Calibri"/>
              </a:rPr>
              <a:t>All basic operations data management </a:t>
            </a:r>
          </a:p>
          <a:p>
            <a:pPr marL="285750" indent="-285750">
              <a:buFont typeface="Arial" panose="05000000000000000000" pitchFamily="2" charset="2"/>
              <a:buChar char="•"/>
            </a:pPr>
            <a:r>
              <a:rPr lang="en-US" dirty="0">
                <a:ea typeface="Calibri"/>
                <a:cs typeface="Calibri"/>
              </a:rPr>
              <a:t>Create (INSERT)</a:t>
            </a:r>
          </a:p>
          <a:p>
            <a:r>
              <a:rPr lang="en-US" b="1" dirty="0" err="1">
                <a:ea typeface="+mn-lt"/>
                <a:cs typeface="+mn-lt"/>
              </a:rPr>
              <a:t>mysql</a:t>
            </a:r>
            <a:r>
              <a:rPr lang="en-US" b="1" dirty="0">
                <a:ea typeface="+mn-lt"/>
                <a:cs typeface="+mn-lt"/>
              </a:rPr>
              <a:t>&gt; INSERT INTO </a:t>
            </a:r>
            <a:r>
              <a:rPr lang="en-US" b="1" dirty="0" err="1">
                <a:ea typeface="+mn-lt"/>
                <a:cs typeface="+mn-lt"/>
              </a:rPr>
              <a:t>game_inventory</a:t>
            </a:r>
            <a:r>
              <a:rPr lang="en-US" b="1" dirty="0">
                <a:ea typeface="+mn-lt"/>
                <a:cs typeface="+mn-lt"/>
              </a:rPr>
              <a:t> (</a:t>
            </a:r>
            <a:r>
              <a:rPr lang="en-US" b="1" dirty="0" err="1">
                <a:ea typeface="+mn-lt"/>
                <a:cs typeface="+mn-lt"/>
              </a:rPr>
              <a:t>game_id</a:t>
            </a:r>
            <a:r>
              <a:rPr lang="en-US" b="1" dirty="0">
                <a:ea typeface="+mn-lt"/>
                <a:cs typeface="+mn-lt"/>
              </a:rPr>
              <a:t>, </a:t>
            </a:r>
            <a:r>
              <a:rPr lang="en-US" b="1" dirty="0" err="1">
                <a:ea typeface="+mn-lt"/>
                <a:cs typeface="+mn-lt"/>
              </a:rPr>
              <a:t>game_name</a:t>
            </a:r>
            <a:r>
              <a:rPr lang="en-US" b="1" dirty="0">
                <a:ea typeface="+mn-lt"/>
                <a:cs typeface="+mn-lt"/>
              </a:rPr>
              <a:t>, </a:t>
            </a:r>
            <a:r>
              <a:rPr lang="en-US" b="1" dirty="0" err="1">
                <a:ea typeface="+mn-lt"/>
                <a:cs typeface="+mn-lt"/>
              </a:rPr>
              <a:t>release_date</a:t>
            </a:r>
            <a:r>
              <a:rPr lang="en-US" b="1" dirty="0">
                <a:ea typeface="+mn-lt"/>
                <a:cs typeface="+mn-lt"/>
              </a:rPr>
              <a:t>, </a:t>
            </a:r>
            <a:r>
              <a:rPr lang="en-US" b="1" dirty="0" err="1">
                <a:ea typeface="+mn-lt"/>
                <a:cs typeface="+mn-lt"/>
              </a:rPr>
              <a:t>game_rating</a:t>
            </a:r>
            <a:r>
              <a:rPr lang="en-US" b="1" dirty="0">
                <a:ea typeface="+mn-lt"/>
                <a:cs typeface="+mn-lt"/>
              </a:rPr>
              <a:t>)</a:t>
            </a:r>
            <a:endParaRPr lang="en-US" b="1" dirty="0">
              <a:ea typeface="Calibri"/>
              <a:cs typeface="Calibri"/>
            </a:endParaRPr>
          </a:p>
          <a:p>
            <a:r>
              <a:rPr lang="en-US" b="1" dirty="0">
                <a:ea typeface="+mn-lt"/>
                <a:cs typeface="+mn-lt"/>
              </a:rPr>
              <a:t>    VALUES (1, "Fortnite", "2017-7-25", "10");</a:t>
            </a:r>
          </a:p>
          <a:p>
            <a:pPr marL="285750" indent="-285750">
              <a:buFont typeface="Arial" panose="05000000000000000000" pitchFamily="2" charset="2"/>
              <a:buChar char="•"/>
            </a:pPr>
            <a:r>
              <a:rPr lang="en-US" dirty="0">
                <a:ea typeface="Calibri"/>
                <a:cs typeface="Calibri"/>
              </a:rPr>
              <a:t>This will create a game with an id of </a:t>
            </a:r>
            <a:r>
              <a:rPr lang="en-US" b="1" dirty="0">
                <a:ea typeface="Calibri"/>
                <a:cs typeface="Calibri"/>
              </a:rPr>
              <a:t>1</a:t>
            </a:r>
            <a:r>
              <a:rPr lang="en-US" dirty="0">
                <a:ea typeface="Calibri"/>
                <a:cs typeface="Calibri"/>
              </a:rPr>
              <a:t>, name "</a:t>
            </a:r>
            <a:r>
              <a:rPr lang="en-US" b="1" dirty="0">
                <a:ea typeface="Calibri"/>
                <a:cs typeface="Calibri"/>
              </a:rPr>
              <a:t>Fortnite</a:t>
            </a:r>
            <a:r>
              <a:rPr lang="en-US" dirty="0">
                <a:ea typeface="Calibri"/>
                <a:cs typeface="Calibri"/>
              </a:rPr>
              <a:t>", release date of "</a:t>
            </a:r>
            <a:r>
              <a:rPr lang="en-US" b="1" dirty="0">
                <a:ea typeface="Calibri"/>
                <a:cs typeface="Calibri"/>
              </a:rPr>
              <a:t>2017-7-25</a:t>
            </a:r>
            <a:r>
              <a:rPr lang="en-US" dirty="0">
                <a:ea typeface="Calibri"/>
                <a:cs typeface="Calibri"/>
              </a:rPr>
              <a:t>" and a rating of "</a:t>
            </a:r>
            <a:r>
              <a:rPr lang="en-US" b="1" dirty="0">
                <a:ea typeface="Calibri"/>
                <a:cs typeface="Calibri"/>
              </a:rPr>
              <a:t>10</a:t>
            </a:r>
            <a:r>
              <a:rPr lang="en-US" dirty="0">
                <a:ea typeface="Calibri"/>
                <a:cs typeface="Calibri"/>
              </a:rPr>
              <a:t>"</a:t>
            </a:r>
          </a:p>
          <a:p>
            <a:endParaRPr lang="en-US" b="1" dirty="0">
              <a:ea typeface="Calibri"/>
              <a:cs typeface="Calibri"/>
            </a:endParaRPr>
          </a:p>
        </p:txBody>
      </p:sp>
      <p:sp>
        <p:nvSpPr>
          <p:cNvPr id="5" name="Rectangle 4">
            <a:extLst>
              <a:ext uri="{FF2B5EF4-FFF2-40B4-BE49-F238E27FC236}">
                <a16:creationId xmlns:a16="http://schemas.microsoft.com/office/drawing/2014/main" id="{7837A96C-5C87-D52C-5938-CC5B57F4F443}"/>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394371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5EBF7-F528-D0C2-4531-40C3E169D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CD046-8F5E-485C-4607-ABE61EAD71C6}"/>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CRUD</a:t>
            </a:r>
            <a:endParaRPr lang="en-US" dirty="0"/>
          </a:p>
        </p:txBody>
      </p:sp>
      <p:pic>
        <p:nvPicPr>
          <p:cNvPr id="6" name="Content Placeholder 5" descr="A screenshot of a computer program">
            <a:extLst>
              <a:ext uri="{FF2B5EF4-FFF2-40B4-BE49-F238E27FC236}">
                <a16:creationId xmlns:a16="http://schemas.microsoft.com/office/drawing/2014/main" id="{A18146F2-9DCA-4557-E230-E65C24405379}"/>
              </a:ext>
            </a:extLst>
          </p:cNvPr>
          <p:cNvPicPr>
            <a:picLocks noGrp="1" noChangeAspect="1"/>
          </p:cNvPicPr>
          <p:nvPr>
            <p:ph sz="quarter" idx="13"/>
          </p:nvPr>
        </p:nvPicPr>
        <p:blipFill>
          <a:blip r:embed="rId3"/>
          <a:stretch>
            <a:fillRect/>
          </a:stretch>
        </p:blipFill>
        <p:spPr>
          <a:xfrm>
            <a:off x="286675" y="2355823"/>
            <a:ext cx="5953667" cy="3332225"/>
          </a:xfrm>
          <a:prstGeom prst="rect">
            <a:avLst/>
          </a:prstGeom>
          <a:noFill/>
        </p:spPr>
      </p:pic>
      <p:sp>
        <p:nvSpPr>
          <p:cNvPr id="4" name="Content Placeholder 3">
            <a:extLst>
              <a:ext uri="{FF2B5EF4-FFF2-40B4-BE49-F238E27FC236}">
                <a16:creationId xmlns:a16="http://schemas.microsoft.com/office/drawing/2014/main" id="{A8AA61B2-913D-729D-F002-A8B8551DB956}"/>
              </a:ext>
            </a:extLst>
          </p:cNvPr>
          <p:cNvSpPr>
            <a:spLocks noGrp="1"/>
          </p:cNvSpPr>
          <p:nvPr>
            <p:ph sz="quarter" idx="14"/>
          </p:nvPr>
        </p:nvSpPr>
        <p:spPr>
          <a:xfrm>
            <a:off x="6459795" y="2024780"/>
            <a:ext cx="4894006" cy="4137189"/>
          </a:xfrm>
          <a:noFill/>
        </p:spPr>
        <p:txBody>
          <a:bodyPr vert="horz" lIns="91440" tIns="45720" rIns="91440" bIns="45720" rtlCol="0" anchor="t">
            <a:normAutofit lnSpcReduction="10000"/>
          </a:bodyPr>
          <a:lstStyle/>
          <a:p>
            <a:pPr marL="285750" indent="-285750">
              <a:buFont typeface="Arial" panose="05000000000000000000" pitchFamily="2" charset="2"/>
              <a:buChar char="•"/>
            </a:pPr>
            <a:r>
              <a:rPr lang="en-US" dirty="0">
                <a:ea typeface="Calibri"/>
                <a:cs typeface="Calibri"/>
              </a:rPr>
              <a:t>Read Operation (SELECT)</a:t>
            </a:r>
          </a:p>
          <a:p>
            <a:r>
              <a:rPr lang="en-US" b="1" err="1">
                <a:ea typeface="+mn-lt"/>
                <a:cs typeface="+mn-lt"/>
              </a:rPr>
              <a:t>mysql</a:t>
            </a:r>
            <a:r>
              <a:rPr lang="en-US" b="1" dirty="0">
                <a:ea typeface="+mn-lt"/>
                <a:cs typeface="+mn-lt"/>
              </a:rPr>
              <a:t>&gt; SELECT * FROM </a:t>
            </a:r>
            <a:r>
              <a:rPr lang="en-US" b="1" err="1">
                <a:ea typeface="+mn-lt"/>
                <a:cs typeface="+mn-lt"/>
              </a:rPr>
              <a:t>game_inventory</a:t>
            </a:r>
            <a:r>
              <a:rPr lang="en-US" b="1" dirty="0">
                <a:ea typeface="+mn-lt"/>
                <a:cs typeface="+mn-lt"/>
              </a:rPr>
              <a:t>;</a:t>
            </a:r>
          </a:p>
          <a:p>
            <a:pPr marL="742950" lvl="2" indent="-285750">
              <a:buFont typeface="Courier New" panose="05000000000000000000" pitchFamily="2" charset="2"/>
              <a:buChar char="o"/>
            </a:pPr>
            <a:r>
              <a:rPr lang="en-US" dirty="0">
                <a:ea typeface="Calibri"/>
                <a:cs typeface="Calibri"/>
              </a:rPr>
              <a:t>This will read the information</a:t>
            </a:r>
          </a:p>
          <a:p>
            <a:pPr marL="742950" lvl="2" indent="-285750">
              <a:buFont typeface="Courier New" panose="05000000000000000000" pitchFamily="2" charset="2"/>
              <a:buChar char="o"/>
            </a:pPr>
            <a:r>
              <a:rPr lang="en-US" dirty="0">
                <a:ea typeface="Calibri"/>
                <a:cs typeface="Calibri"/>
              </a:rPr>
              <a:t>SELECT with "*" symbol indicate columns should be received, then from the table</a:t>
            </a:r>
          </a:p>
          <a:p>
            <a:pPr marL="742950" lvl="2" indent="-285750">
              <a:buFont typeface="Courier New" panose="05000000000000000000" pitchFamily="2" charset="2"/>
              <a:buChar char="o"/>
            </a:pPr>
            <a:r>
              <a:rPr lang="en-US" dirty="0">
                <a:ea typeface="Calibri"/>
                <a:cs typeface="Calibri"/>
              </a:rPr>
              <a:t>To specify a column change * to column name (name or rating)</a:t>
            </a:r>
          </a:p>
          <a:p>
            <a:pPr marL="285750" indent="-285750">
              <a:buFont typeface="Arial" panose="05000000000000000000" pitchFamily="2" charset="2"/>
              <a:buChar char="•"/>
            </a:pPr>
            <a:r>
              <a:rPr lang="en-US" dirty="0">
                <a:ea typeface="Calibri"/>
                <a:cs typeface="Calibri"/>
              </a:rPr>
              <a:t>Update Operation (UPDATE)</a:t>
            </a:r>
          </a:p>
          <a:p>
            <a:r>
              <a:rPr lang="en-US" b="1" dirty="0" err="1">
                <a:ea typeface="+mn-lt"/>
                <a:cs typeface="+mn-lt"/>
              </a:rPr>
              <a:t>mysql</a:t>
            </a:r>
            <a:r>
              <a:rPr lang="en-US" b="1" dirty="0">
                <a:ea typeface="+mn-lt"/>
                <a:cs typeface="+mn-lt"/>
              </a:rPr>
              <a:t>&gt; UPDATE </a:t>
            </a:r>
            <a:r>
              <a:rPr lang="en-US" b="1" dirty="0" err="1">
                <a:ea typeface="+mn-lt"/>
                <a:cs typeface="+mn-lt"/>
              </a:rPr>
              <a:t>game_inventory</a:t>
            </a:r>
            <a:endParaRPr lang="en-US" b="1">
              <a:ea typeface="Calibri"/>
              <a:cs typeface="Calibri"/>
            </a:endParaRPr>
          </a:p>
          <a:p>
            <a:r>
              <a:rPr lang="en-US" b="1" dirty="0">
                <a:ea typeface="+mn-lt"/>
                <a:cs typeface="+mn-lt"/>
              </a:rPr>
              <a:t>    SET </a:t>
            </a:r>
            <a:r>
              <a:rPr lang="en-US" b="1" dirty="0" err="1">
                <a:ea typeface="+mn-lt"/>
                <a:cs typeface="+mn-lt"/>
              </a:rPr>
              <a:t>game_rating</a:t>
            </a:r>
            <a:r>
              <a:rPr lang="en-US" b="1" dirty="0">
                <a:ea typeface="+mn-lt"/>
                <a:cs typeface="+mn-lt"/>
              </a:rPr>
              <a:t>= "100"</a:t>
            </a:r>
            <a:endParaRPr lang="en-US" b="1" dirty="0">
              <a:ea typeface="Calibri"/>
              <a:cs typeface="Calibri"/>
            </a:endParaRPr>
          </a:p>
          <a:p>
            <a:r>
              <a:rPr lang="en-US" b="1" dirty="0">
                <a:ea typeface="+mn-lt"/>
                <a:cs typeface="+mn-lt"/>
              </a:rPr>
              <a:t>    WHERE </a:t>
            </a:r>
            <a:r>
              <a:rPr lang="en-US" b="1" dirty="0" err="1">
                <a:ea typeface="+mn-lt"/>
                <a:cs typeface="+mn-lt"/>
              </a:rPr>
              <a:t>game_id</a:t>
            </a:r>
            <a:r>
              <a:rPr lang="en-US" b="1" dirty="0">
                <a:ea typeface="+mn-lt"/>
                <a:cs typeface="+mn-lt"/>
              </a:rPr>
              <a:t> = 1;</a:t>
            </a:r>
            <a:endParaRPr lang="en-US" b="1" dirty="0">
              <a:ea typeface="Calibri"/>
              <a:cs typeface="Calibri"/>
            </a:endParaRPr>
          </a:p>
          <a:p>
            <a:pPr>
              <a:buFont typeface="Arial" panose="05000000000000000000" pitchFamily="2" charset="2"/>
            </a:pPr>
            <a:endParaRPr lang="en-US" dirty="0">
              <a:ea typeface="Calibri"/>
              <a:cs typeface="Calibri"/>
            </a:endParaRPr>
          </a:p>
          <a:p>
            <a:pPr marL="285750" indent="-285750">
              <a:buFont typeface="Arial" panose="05000000000000000000" pitchFamily="2" charset="2"/>
              <a:buChar char="•"/>
            </a:pPr>
            <a:endParaRPr lang="en-US" dirty="0">
              <a:ea typeface="Calibri"/>
              <a:cs typeface="Calibri"/>
            </a:endParaRPr>
          </a:p>
        </p:txBody>
      </p:sp>
      <p:sp>
        <p:nvSpPr>
          <p:cNvPr id="5" name="Rectangle 4">
            <a:extLst>
              <a:ext uri="{FF2B5EF4-FFF2-40B4-BE49-F238E27FC236}">
                <a16:creationId xmlns:a16="http://schemas.microsoft.com/office/drawing/2014/main" id="{72862226-9BED-8FFE-E2F0-6877B313CB71}"/>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613033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EB6B0-CFA5-5D76-A529-706AF2B83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649C3-2487-9FCE-E8E8-F7E2363381FB}"/>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CRUD</a:t>
            </a:r>
            <a:endParaRPr lang="en-US" dirty="0"/>
          </a:p>
        </p:txBody>
      </p:sp>
      <p:pic>
        <p:nvPicPr>
          <p:cNvPr id="6" name="Content Placeholder 5" descr="A black background with white text&#10;&#10;AI-generated content may be incorrect.">
            <a:extLst>
              <a:ext uri="{FF2B5EF4-FFF2-40B4-BE49-F238E27FC236}">
                <a16:creationId xmlns:a16="http://schemas.microsoft.com/office/drawing/2014/main" id="{38B4D8B2-7017-2D0B-F706-763FEF50E886}"/>
              </a:ext>
            </a:extLst>
          </p:cNvPr>
          <p:cNvPicPr>
            <a:picLocks noGrp="1" noChangeAspect="1"/>
          </p:cNvPicPr>
          <p:nvPr>
            <p:ph sz="quarter" idx="13"/>
          </p:nvPr>
        </p:nvPicPr>
        <p:blipFill>
          <a:blip r:embed="rId3"/>
          <a:stretch>
            <a:fillRect/>
          </a:stretch>
        </p:blipFill>
        <p:spPr>
          <a:xfrm>
            <a:off x="5740689" y="3428665"/>
            <a:ext cx="6264727" cy="1070881"/>
          </a:xfrm>
          <a:prstGeom prst="rect">
            <a:avLst/>
          </a:prstGeom>
          <a:noFill/>
        </p:spPr>
      </p:pic>
      <p:sp>
        <p:nvSpPr>
          <p:cNvPr id="4" name="Content Placeholder 3">
            <a:extLst>
              <a:ext uri="{FF2B5EF4-FFF2-40B4-BE49-F238E27FC236}">
                <a16:creationId xmlns:a16="http://schemas.microsoft.com/office/drawing/2014/main" id="{48F7C359-578E-1526-651E-D3A0A5BF7B85}"/>
              </a:ext>
            </a:extLst>
          </p:cNvPr>
          <p:cNvSpPr>
            <a:spLocks noGrp="1"/>
          </p:cNvSpPr>
          <p:nvPr>
            <p:ph sz="quarter" idx="14"/>
          </p:nvPr>
        </p:nvSpPr>
        <p:spPr>
          <a:xfrm>
            <a:off x="840045" y="2024780"/>
            <a:ext cx="4894006" cy="4137189"/>
          </a:xfrm>
          <a:noFill/>
        </p:spPr>
        <p:txBody>
          <a:bodyPr vert="horz" lIns="91440" tIns="45720" rIns="91440" bIns="45720" rtlCol="0" anchor="t">
            <a:normAutofit lnSpcReduction="10000"/>
          </a:bodyPr>
          <a:lstStyle/>
          <a:p>
            <a:pPr marL="285750" indent="-285750">
              <a:buFont typeface="Arial" panose="05000000000000000000" pitchFamily="2" charset="2"/>
              <a:buChar char="•"/>
            </a:pPr>
            <a:r>
              <a:rPr lang="en-US" dirty="0">
                <a:ea typeface="Calibri"/>
                <a:cs typeface="Calibri"/>
              </a:rPr>
              <a:t>Delete Operation (DELETE)</a:t>
            </a:r>
          </a:p>
          <a:p>
            <a:r>
              <a:rPr lang="en-US" b="1" dirty="0" err="1">
                <a:ea typeface="+mn-lt"/>
                <a:cs typeface="+mn-lt"/>
              </a:rPr>
              <a:t>mysql</a:t>
            </a:r>
            <a:r>
              <a:rPr lang="en-US" b="1" dirty="0">
                <a:ea typeface="+mn-lt"/>
                <a:cs typeface="+mn-lt"/>
              </a:rPr>
              <a:t>&gt; DELETE FROM </a:t>
            </a:r>
            <a:r>
              <a:rPr lang="en-US" b="1" dirty="0" err="1">
                <a:ea typeface="+mn-lt"/>
                <a:cs typeface="+mn-lt"/>
              </a:rPr>
              <a:t>game_inventory</a:t>
            </a:r>
            <a:r>
              <a:rPr lang="en-US" b="1" dirty="0">
                <a:ea typeface="+mn-lt"/>
                <a:cs typeface="+mn-lt"/>
              </a:rPr>
              <a:t> WHERE </a:t>
            </a:r>
            <a:r>
              <a:rPr lang="en-US" b="1" dirty="0" err="1">
                <a:ea typeface="+mn-lt"/>
                <a:cs typeface="+mn-lt"/>
              </a:rPr>
              <a:t>game_id</a:t>
            </a:r>
            <a:r>
              <a:rPr lang="en-US" b="1" dirty="0">
                <a:ea typeface="+mn-lt"/>
                <a:cs typeface="+mn-lt"/>
              </a:rPr>
              <a:t> = 1;</a:t>
            </a:r>
          </a:p>
          <a:p>
            <a:pPr marL="285750" indent="-285750">
              <a:buFont typeface="Arial" panose="05000000000000000000" pitchFamily="2" charset="2"/>
              <a:buChar char="•"/>
            </a:pPr>
            <a:r>
              <a:rPr lang="en-US" dirty="0">
                <a:ea typeface="Calibri"/>
                <a:cs typeface="Calibri"/>
              </a:rPr>
              <a:t>CRUD summary</a:t>
            </a:r>
          </a:p>
          <a:p>
            <a:pPr marL="742950" lvl="2" indent="-285750">
              <a:buFont typeface="Courier New" panose="05000000000000000000" pitchFamily="2" charset="2"/>
              <a:buChar char="o"/>
            </a:pPr>
            <a:r>
              <a:rPr lang="en-US" dirty="0">
                <a:ea typeface="Calibri"/>
                <a:cs typeface="Calibri"/>
              </a:rPr>
              <a:t>Create</a:t>
            </a:r>
            <a:r>
              <a:rPr lang="en-US" dirty="0">
                <a:ea typeface="+mn-lt"/>
                <a:cs typeface="+mn-lt"/>
              </a:rPr>
              <a:t> (INSERT statement) - Adds a new record to the table</a:t>
            </a:r>
          </a:p>
          <a:p>
            <a:pPr marL="742950" lvl="2" indent="-285750">
              <a:buFont typeface="Courier New" panose="05000000000000000000" pitchFamily="2" charset="2"/>
              <a:buChar char="o"/>
            </a:pPr>
            <a:r>
              <a:rPr lang="en-US" dirty="0">
                <a:ea typeface="+mn-lt"/>
                <a:cs typeface="+mn-lt"/>
              </a:rPr>
              <a:t>Read (SELECT statement) - Retrieves record from the table</a:t>
            </a:r>
          </a:p>
          <a:p>
            <a:pPr marL="742950" lvl="2" indent="-285750">
              <a:buFont typeface="Courier New" panose="05000000000000000000" pitchFamily="2" charset="2"/>
              <a:buChar char="o"/>
            </a:pPr>
            <a:r>
              <a:rPr lang="en-US" dirty="0">
                <a:ea typeface="+mn-lt"/>
                <a:cs typeface="+mn-lt"/>
              </a:rPr>
              <a:t>Update (UPDATE statement) - Modifies existing data in the table</a:t>
            </a:r>
          </a:p>
          <a:p>
            <a:pPr marL="742950" lvl="2" indent="-285750">
              <a:buFont typeface="Courier New" panose="05000000000000000000" pitchFamily="2" charset="2"/>
              <a:buChar char="o"/>
            </a:pPr>
            <a:r>
              <a:rPr lang="en-US" dirty="0">
                <a:ea typeface="+mn-lt"/>
                <a:cs typeface="+mn-lt"/>
              </a:rPr>
              <a:t>Delete (DELETE statement) - Removes record from the table</a:t>
            </a:r>
            <a:endParaRPr lang="en-US">
              <a:ea typeface="Calibri"/>
              <a:cs typeface="Calibri"/>
            </a:endParaRPr>
          </a:p>
          <a:p>
            <a:pPr marL="285750" indent="-285750">
              <a:buFont typeface="Arial" panose="05000000000000000000" pitchFamily="2" charset="2"/>
              <a:buChar char="•"/>
            </a:pPr>
            <a:endParaRPr lang="en-US" dirty="0">
              <a:ea typeface="Calibri"/>
              <a:cs typeface="Calibri"/>
            </a:endParaRPr>
          </a:p>
        </p:txBody>
      </p:sp>
      <p:sp>
        <p:nvSpPr>
          <p:cNvPr id="5" name="Rectangle 4">
            <a:extLst>
              <a:ext uri="{FF2B5EF4-FFF2-40B4-BE49-F238E27FC236}">
                <a16:creationId xmlns:a16="http://schemas.microsoft.com/office/drawing/2014/main" id="{54D99CFE-85D0-2C42-96F4-4E40E9EF9B97}"/>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822860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5DC5-C21B-1FF5-EB76-DCF99DA3D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855400-9740-3B31-D3DD-5C3F6FCC8A51}"/>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Importing and exporting</a:t>
            </a:r>
          </a:p>
        </p:txBody>
      </p:sp>
      <p:pic>
        <p:nvPicPr>
          <p:cNvPr id="6" name="Content Placeholder 5" descr="Import from China - Step-by-step guide on how to import goods">
            <a:extLst>
              <a:ext uri="{FF2B5EF4-FFF2-40B4-BE49-F238E27FC236}">
                <a16:creationId xmlns:a16="http://schemas.microsoft.com/office/drawing/2014/main" id="{F37587F8-562E-4082-28BB-664D658C10D5}"/>
              </a:ext>
            </a:extLst>
          </p:cNvPr>
          <p:cNvPicPr>
            <a:picLocks noGrp="1" noChangeAspect="1"/>
          </p:cNvPicPr>
          <p:nvPr>
            <p:ph sz="quarter" idx="13"/>
          </p:nvPr>
        </p:nvPicPr>
        <p:blipFill>
          <a:blip r:embed="rId3"/>
          <a:stretch>
            <a:fillRect/>
          </a:stretch>
        </p:blipFill>
        <p:spPr>
          <a:xfrm>
            <a:off x="1020650" y="1711099"/>
            <a:ext cx="4437969" cy="4451576"/>
          </a:xfrm>
          <a:prstGeom prst="rect">
            <a:avLst/>
          </a:prstGeom>
          <a:noFill/>
        </p:spPr>
      </p:pic>
      <p:sp>
        <p:nvSpPr>
          <p:cNvPr id="4" name="Content Placeholder 3">
            <a:extLst>
              <a:ext uri="{FF2B5EF4-FFF2-40B4-BE49-F238E27FC236}">
                <a16:creationId xmlns:a16="http://schemas.microsoft.com/office/drawing/2014/main" id="{57D8CD76-0D81-2386-9B4D-3B1150C13FBD}"/>
              </a:ext>
            </a:extLst>
          </p:cNvPr>
          <p:cNvSpPr>
            <a:spLocks noGrp="1"/>
          </p:cNvSpPr>
          <p:nvPr>
            <p:ph sz="quarter" idx="14"/>
          </p:nvPr>
        </p:nvSpPr>
        <p:spPr>
          <a:xfrm>
            <a:off x="6459795" y="2024780"/>
            <a:ext cx="4894006" cy="4137189"/>
          </a:xfrm>
          <a:noFill/>
        </p:spPr>
        <p:txBody>
          <a:bodyPr vert="horz" lIns="91440" tIns="45720" rIns="91440" bIns="45720" rtlCol="0" anchor="t">
            <a:normAutofit/>
          </a:bodyPr>
          <a:lstStyle/>
          <a:p>
            <a:pPr marL="285750" indent="-285750">
              <a:buFont typeface="Arial" panose="05000000000000000000" pitchFamily="2" charset="2"/>
              <a:buChar char="•"/>
            </a:pPr>
            <a:r>
              <a:rPr lang="en-US" dirty="0">
                <a:ea typeface="Calibri"/>
                <a:cs typeface="Calibri"/>
              </a:rPr>
              <a:t>Importing</a:t>
            </a:r>
            <a:endParaRPr lang="en-US">
              <a:ea typeface="Calibri"/>
              <a:cs typeface="Calibri"/>
            </a:endParaRPr>
          </a:p>
          <a:p>
            <a:pPr lvl="1" indent="0">
              <a:buNone/>
            </a:pPr>
            <a:r>
              <a:rPr lang="en-US" b="1" dirty="0" err="1">
                <a:ea typeface="+mn-lt"/>
                <a:cs typeface="+mn-lt"/>
              </a:rPr>
              <a:t>sudo</a:t>
            </a:r>
            <a:r>
              <a:rPr lang="en-US" b="1" dirty="0">
                <a:ea typeface="+mn-lt"/>
                <a:cs typeface="+mn-lt"/>
              </a:rPr>
              <a:t> </a:t>
            </a:r>
            <a:r>
              <a:rPr lang="en-US" b="1" dirty="0" err="1">
                <a:ea typeface="+mn-lt"/>
                <a:cs typeface="+mn-lt"/>
              </a:rPr>
              <a:t>mariadb</a:t>
            </a:r>
            <a:r>
              <a:rPr lang="en-US" b="1" dirty="0">
                <a:ea typeface="+mn-lt"/>
                <a:cs typeface="+mn-lt"/>
              </a:rPr>
              <a:t> </a:t>
            </a:r>
            <a:r>
              <a:rPr lang="en-US" b="1" dirty="0" err="1">
                <a:ea typeface="+mn-lt"/>
                <a:cs typeface="+mn-lt"/>
              </a:rPr>
              <a:t>new_db</a:t>
            </a:r>
            <a:r>
              <a:rPr lang="en-US" b="1" dirty="0">
                <a:ea typeface="+mn-lt"/>
                <a:cs typeface="+mn-lt"/>
              </a:rPr>
              <a:t> &lt; </a:t>
            </a:r>
            <a:r>
              <a:rPr lang="en-US" b="1" dirty="0" err="1">
                <a:ea typeface="+mn-lt"/>
                <a:cs typeface="+mn-lt"/>
              </a:rPr>
              <a:t>imported_db.sql</a:t>
            </a:r>
            <a:endParaRPr lang="en-US" dirty="0" err="1"/>
          </a:p>
          <a:p>
            <a:pPr marL="285750" indent="-285750">
              <a:buFont typeface="Arial" panose="05000000000000000000" pitchFamily="2" charset="2"/>
              <a:buChar char="•"/>
            </a:pPr>
            <a:r>
              <a:rPr lang="en-US" dirty="0">
                <a:ea typeface="+mn-lt"/>
                <a:cs typeface="+mn-lt"/>
              </a:rPr>
              <a:t>Exporting</a:t>
            </a:r>
          </a:p>
          <a:p>
            <a:r>
              <a:rPr lang="en-US" b="1" err="1">
                <a:ea typeface="+mn-lt"/>
                <a:cs typeface="+mn-lt"/>
              </a:rPr>
              <a:t>sudo</a:t>
            </a:r>
            <a:r>
              <a:rPr lang="en-US" b="1" dirty="0">
                <a:ea typeface="+mn-lt"/>
                <a:cs typeface="+mn-lt"/>
              </a:rPr>
              <a:t> </a:t>
            </a:r>
            <a:r>
              <a:rPr lang="en-US" b="1" err="1">
                <a:ea typeface="+mn-lt"/>
                <a:cs typeface="+mn-lt"/>
              </a:rPr>
              <a:t>mariadb</a:t>
            </a:r>
            <a:r>
              <a:rPr lang="en-US" b="1" dirty="0">
                <a:ea typeface="+mn-lt"/>
                <a:cs typeface="+mn-lt"/>
              </a:rPr>
              <a:t>-dump -u root -p </a:t>
            </a:r>
            <a:r>
              <a:rPr lang="en-US" b="1" err="1">
                <a:ea typeface="+mn-lt"/>
                <a:cs typeface="+mn-lt"/>
              </a:rPr>
              <a:t>db_name</a:t>
            </a:r>
            <a:r>
              <a:rPr lang="en-US" b="1" dirty="0">
                <a:ea typeface="+mn-lt"/>
                <a:cs typeface="+mn-lt"/>
              </a:rPr>
              <a:t>  &gt; </a:t>
            </a:r>
            <a:r>
              <a:rPr lang="en-US" b="1" err="1">
                <a:ea typeface="+mn-lt"/>
                <a:cs typeface="+mn-lt"/>
              </a:rPr>
              <a:t>db_name.sql</a:t>
            </a:r>
            <a:r>
              <a:rPr lang="en-US" b="1" dirty="0">
                <a:ea typeface="+mn-lt"/>
                <a:cs typeface="+mn-lt"/>
              </a:rPr>
              <a:t> </a:t>
            </a:r>
            <a:endParaRPr lang="en-US" b="1" dirty="0" err="1">
              <a:ea typeface="+mn-lt"/>
              <a:cs typeface="+mn-lt"/>
            </a:endParaRPr>
          </a:p>
          <a:p>
            <a:endParaRPr lang="en-US" b="1" dirty="0">
              <a:ea typeface="Calibri"/>
              <a:cs typeface="Calibri"/>
            </a:endParaRPr>
          </a:p>
          <a:p>
            <a:pPr marL="285750" indent="-285750">
              <a:buFont typeface="Arial" panose="05000000000000000000" pitchFamily="2" charset="2"/>
              <a:buChar char="•"/>
            </a:pPr>
            <a:r>
              <a:rPr lang="en-US" dirty="0">
                <a:ea typeface="Calibri"/>
                <a:cs typeface="Calibri"/>
              </a:rPr>
              <a:t>Import </a:t>
            </a:r>
            <a:r>
              <a:rPr lang="en-US" dirty="0" err="1">
                <a:ea typeface="Calibri"/>
                <a:cs typeface="Calibri"/>
              </a:rPr>
              <a:t>cyberclub_db.sql</a:t>
            </a:r>
            <a:r>
              <a:rPr lang="en-US" dirty="0">
                <a:ea typeface="Calibri"/>
                <a:cs typeface="Calibri"/>
              </a:rPr>
              <a:t> to </a:t>
            </a:r>
            <a:r>
              <a:rPr lang="en-US" dirty="0" err="1">
                <a:ea typeface="Calibri"/>
                <a:cs typeface="Calibri"/>
              </a:rPr>
              <a:t>mariadb</a:t>
            </a:r>
            <a:r>
              <a:rPr lang="en-US" dirty="0">
                <a:ea typeface="Calibri"/>
                <a:cs typeface="Calibri"/>
              </a:rPr>
              <a:t> for the lab</a:t>
            </a:r>
          </a:p>
          <a:p>
            <a:endParaRPr lang="en-US" dirty="0">
              <a:ea typeface="Calibri"/>
              <a:cs typeface="Calibri"/>
            </a:endParaRPr>
          </a:p>
          <a:p>
            <a:pPr>
              <a:buFont typeface="Arial" panose="05000000000000000000" pitchFamily="2" charset="2"/>
            </a:pPr>
            <a:r>
              <a:rPr lang="en-US" dirty="0">
                <a:ea typeface="Calibri"/>
                <a:cs typeface="Calibri"/>
              </a:rPr>
              <a:t>Go to the worksheet and answer the question 1 and 2</a:t>
            </a:r>
          </a:p>
        </p:txBody>
      </p:sp>
      <p:sp>
        <p:nvSpPr>
          <p:cNvPr id="5" name="Rectangle 4">
            <a:extLst>
              <a:ext uri="{FF2B5EF4-FFF2-40B4-BE49-F238E27FC236}">
                <a16:creationId xmlns:a16="http://schemas.microsoft.com/office/drawing/2014/main" id="{345717C2-DBAD-485B-AB19-B63256519FA0}"/>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86572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87F53-BE80-CE7E-A487-7A471D7A5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4DF9D-13A2-66E6-A6B3-CEB487EA3600}"/>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Clauses</a:t>
            </a:r>
          </a:p>
        </p:txBody>
      </p:sp>
      <p:sp>
        <p:nvSpPr>
          <p:cNvPr id="4" name="Content Placeholder 3">
            <a:extLst>
              <a:ext uri="{FF2B5EF4-FFF2-40B4-BE49-F238E27FC236}">
                <a16:creationId xmlns:a16="http://schemas.microsoft.com/office/drawing/2014/main" id="{7D20CF4D-DB41-340D-5004-6FC6AE2C44E8}"/>
              </a:ext>
            </a:extLst>
          </p:cNvPr>
          <p:cNvSpPr>
            <a:spLocks noGrp="1"/>
          </p:cNvSpPr>
          <p:nvPr>
            <p:ph sz="quarter" idx="14"/>
          </p:nvPr>
        </p:nvSpPr>
        <p:spPr>
          <a:xfrm>
            <a:off x="840045" y="2024780"/>
            <a:ext cx="4894006" cy="4137189"/>
          </a:xfrm>
          <a:noFill/>
        </p:spPr>
        <p:txBody>
          <a:bodyPr vert="horz" lIns="91440" tIns="45720" rIns="91440" bIns="45720" rtlCol="0" anchor="t">
            <a:normAutofit fontScale="92500" lnSpcReduction="10000"/>
          </a:bodyPr>
          <a:lstStyle/>
          <a:p>
            <a:pPr marL="285750" indent="-285750">
              <a:buFont typeface="Arial" panose="05000000000000000000" pitchFamily="2" charset="2"/>
              <a:buChar char="•"/>
            </a:pPr>
            <a:r>
              <a:rPr lang="en-US" dirty="0">
                <a:ea typeface="Calibri"/>
                <a:cs typeface="Calibri"/>
              </a:rPr>
              <a:t>A clause is a statement that specifies data being manipulated </a:t>
            </a:r>
          </a:p>
          <a:p>
            <a:pPr marL="742950" lvl="2" indent="-285750">
              <a:buFont typeface="Courier New" panose="05000000000000000000" pitchFamily="2" charset="2"/>
              <a:buChar char="o"/>
            </a:pPr>
            <a:r>
              <a:rPr lang="en-US" dirty="0">
                <a:ea typeface="Calibri"/>
                <a:cs typeface="Calibri"/>
              </a:rPr>
              <a:t>We have used FROM and WHERE</a:t>
            </a:r>
          </a:p>
          <a:p>
            <a:pPr marL="285750" indent="-285750">
              <a:buFont typeface="Arial" panose="05000000000000000000" pitchFamily="2" charset="2"/>
              <a:buChar char="•"/>
            </a:pPr>
            <a:r>
              <a:rPr lang="en-US" dirty="0">
                <a:ea typeface="Calibri"/>
                <a:cs typeface="Calibri"/>
              </a:rPr>
              <a:t>DISTINCT Clause</a:t>
            </a:r>
          </a:p>
          <a:p>
            <a:pPr marL="742950" lvl="2" indent="-285750">
              <a:buFont typeface="Courier New" panose="05000000000000000000" pitchFamily="2" charset="2"/>
              <a:buChar char="o"/>
            </a:pPr>
            <a:r>
              <a:rPr lang="en-US" dirty="0">
                <a:ea typeface="Calibri"/>
                <a:cs typeface="Calibri"/>
              </a:rPr>
              <a:t>Used to avoid duplicate records</a:t>
            </a:r>
          </a:p>
          <a:p>
            <a:r>
              <a:rPr lang="en-US" b="1" err="1">
                <a:ea typeface="+mn-lt"/>
                <a:cs typeface="+mn-lt"/>
              </a:rPr>
              <a:t>mysql</a:t>
            </a:r>
            <a:r>
              <a:rPr lang="en-US" b="1" dirty="0">
                <a:ea typeface="+mn-lt"/>
                <a:cs typeface="+mn-lt"/>
              </a:rPr>
              <a:t>&gt; SELECT DISTINCT column FROM table;</a:t>
            </a:r>
          </a:p>
          <a:p>
            <a:pPr marL="285750" indent="-285750">
              <a:buFont typeface="Arial" panose="05000000000000000000" pitchFamily="2" charset="2"/>
              <a:buChar char="•"/>
            </a:pPr>
            <a:r>
              <a:rPr lang="en-US" dirty="0">
                <a:ea typeface="Calibri"/>
                <a:cs typeface="Calibri"/>
              </a:rPr>
              <a:t>GROUP BY Clause</a:t>
            </a:r>
          </a:p>
          <a:p>
            <a:pPr marL="742950" lvl="2" indent="-285750">
              <a:buFont typeface="Courier New" panose="05000000000000000000" pitchFamily="2" charset="2"/>
              <a:buChar char="o"/>
            </a:pPr>
            <a:r>
              <a:rPr lang="en-US" dirty="0">
                <a:ea typeface="Calibri"/>
                <a:cs typeface="Calibri"/>
              </a:rPr>
              <a:t>Gets data from multiple records and groups them</a:t>
            </a:r>
          </a:p>
          <a:p>
            <a:r>
              <a:rPr lang="en-US" b="1" dirty="0" err="1">
                <a:ea typeface="+mn-lt"/>
                <a:cs typeface="+mn-lt"/>
              </a:rPr>
              <a:t>mysql</a:t>
            </a:r>
            <a:r>
              <a:rPr lang="en-US" b="1" dirty="0">
                <a:ea typeface="+mn-lt"/>
                <a:cs typeface="+mn-lt"/>
              </a:rPr>
              <a:t>&gt; SELECT column, COUNT(*)</a:t>
            </a:r>
            <a:endParaRPr lang="en-US" b="1" dirty="0">
              <a:ea typeface="Calibri"/>
              <a:cs typeface="Calibri"/>
            </a:endParaRPr>
          </a:p>
          <a:p>
            <a:r>
              <a:rPr lang="en-US" b="1" dirty="0">
                <a:ea typeface="+mn-lt"/>
                <a:cs typeface="+mn-lt"/>
              </a:rPr>
              <a:t>    FROM table</a:t>
            </a:r>
            <a:endParaRPr lang="en-US" b="1" dirty="0">
              <a:ea typeface="Calibri"/>
              <a:cs typeface="Calibri"/>
            </a:endParaRPr>
          </a:p>
          <a:p>
            <a:r>
              <a:rPr lang="en-US" b="1" dirty="0">
                <a:ea typeface="+mn-lt"/>
                <a:cs typeface="+mn-lt"/>
              </a:rPr>
              <a:t>    GROUP BY column;</a:t>
            </a:r>
            <a:endParaRPr lang="en-US" b="1" dirty="0">
              <a:ea typeface="Calibri"/>
              <a:cs typeface="Calibri"/>
            </a:endParaRPr>
          </a:p>
        </p:txBody>
      </p:sp>
      <p:sp>
        <p:nvSpPr>
          <p:cNvPr id="5" name="Rectangle 4">
            <a:extLst>
              <a:ext uri="{FF2B5EF4-FFF2-40B4-BE49-F238E27FC236}">
                <a16:creationId xmlns:a16="http://schemas.microsoft.com/office/drawing/2014/main" id="{801BE17B-1574-B955-6192-F6F16B35379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Content Placeholder 3">
            <a:extLst>
              <a:ext uri="{FF2B5EF4-FFF2-40B4-BE49-F238E27FC236}">
                <a16:creationId xmlns:a16="http://schemas.microsoft.com/office/drawing/2014/main" id="{783A772F-769B-2882-A756-06AA8D07E6C9}"/>
              </a:ext>
            </a:extLst>
          </p:cNvPr>
          <p:cNvSpPr txBox="1">
            <a:spLocks/>
          </p:cNvSpPr>
          <p:nvPr/>
        </p:nvSpPr>
        <p:spPr>
          <a:xfrm>
            <a:off x="6465835" y="2028497"/>
            <a:ext cx="4894006" cy="4137189"/>
          </a:xfrm>
          <a:prstGeom prst="rect">
            <a:avLst/>
          </a:prstGeom>
          <a:noFill/>
        </p:spPr>
        <p:txBody>
          <a:bodyPr vert="horz" lIns="91440" tIns="45720" rIns="91440" bIns="45720" rtlCol="0" anchor="t">
            <a:normAutofit fontScale="77500" lnSpcReduction="20000"/>
          </a:bodyPr>
          <a:lstStyle>
            <a:lvl1pPr marL="0" indent="0" algn="l" defTabSz="914400" rtl="0" eaLnBrk="1" latinLnBrk="0" hangingPunct="1">
              <a:lnSpc>
                <a:spcPct val="90000"/>
              </a:lnSpc>
              <a:spcBef>
                <a:spcPts val="1000"/>
              </a:spcBef>
              <a:spcAft>
                <a:spcPts val="0"/>
              </a:spcAft>
              <a:buClr>
                <a:schemeClr val="accent2"/>
              </a:buClr>
              <a:buFont typeface="Wingdings" panose="05000000000000000000" pitchFamily="2" charset="2"/>
              <a:buNone/>
              <a:defRPr sz="1800" kern="1200">
                <a:solidFill>
                  <a:schemeClr val="tx1"/>
                </a:solidFill>
                <a:latin typeface="+mn-lt"/>
                <a:ea typeface="+mn-ea"/>
                <a:cs typeface="+mn-cs"/>
              </a:defRPr>
            </a:lvl1pPr>
            <a:lvl2pPr marL="0" indent="-228600" algn="l" defTabSz="914400" rtl="0" eaLnBrk="1" latinLnBrk="0" hangingPunct="1">
              <a:lnSpc>
                <a:spcPct val="90000"/>
              </a:lnSpc>
              <a:spcBef>
                <a:spcPts val="1000"/>
              </a:spcBef>
              <a:spcAft>
                <a:spcPts val="1000"/>
              </a:spcAft>
              <a:buClr>
                <a:schemeClr val="accent2"/>
              </a:buClr>
              <a:buFont typeface="Wingdings" panose="05000000000000000000" pitchFamily="2" charset="2"/>
              <a:buChar char="§"/>
              <a:defRPr sz="1800" kern="1200">
                <a:solidFill>
                  <a:schemeClr val="tx1"/>
                </a:solidFill>
                <a:latin typeface="+mn-lt"/>
                <a:ea typeface="+mn-ea"/>
                <a:cs typeface="+mn-cs"/>
              </a:defRPr>
            </a:lvl2pPr>
            <a:lvl3pPr marL="457200" indent="-228600" algn="l" defTabSz="914400" rtl="0" eaLnBrk="1" latinLnBrk="0" hangingPunct="1">
              <a:lnSpc>
                <a:spcPct val="90000"/>
              </a:lnSpc>
              <a:spcBef>
                <a:spcPts val="1000"/>
              </a:spcBef>
              <a:spcAft>
                <a:spcPts val="1000"/>
              </a:spcAft>
              <a:buClr>
                <a:schemeClr val="accent2"/>
              </a:buClr>
              <a:buFont typeface="Wingdings" panose="05000000000000000000" pitchFamily="2" charset="2"/>
              <a:buChar char="§"/>
              <a:defRPr sz="1800" kern="1200">
                <a:solidFill>
                  <a:schemeClr val="tx1"/>
                </a:solidFill>
                <a:latin typeface="+mn-lt"/>
                <a:ea typeface="+mn-ea"/>
                <a:cs typeface="+mn-cs"/>
              </a:defRPr>
            </a:lvl3pPr>
            <a:lvl4pPr marL="685800" indent="-228600" algn="l" defTabSz="914400" rtl="0" eaLnBrk="1" latinLnBrk="0" hangingPunct="1">
              <a:lnSpc>
                <a:spcPct val="90000"/>
              </a:lnSpc>
              <a:spcBef>
                <a:spcPts val="1000"/>
              </a:spcBef>
              <a:spcAft>
                <a:spcPts val="1000"/>
              </a:spcAft>
              <a:buClr>
                <a:schemeClr val="accent2"/>
              </a:buClr>
              <a:buFont typeface="Wingdings" panose="05000000000000000000" pitchFamily="2" charset="2"/>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1000"/>
              </a:spcBef>
              <a:spcAft>
                <a:spcPts val="1000"/>
              </a:spcAft>
              <a:buClr>
                <a:schemeClr val="accent2"/>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ea typeface="Calibri"/>
                <a:cs typeface="Calibri"/>
              </a:rPr>
              <a:t>ID name   </a:t>
            </a:r>
            <a:r>
              <a:rPr lang="en-US" dirty="0" err="1">
                <a:ea typeface="Calibri"/>
                <a:cs typeface="Calibri"/>
              </a:rPr>
              <a:t>release_date</a:t>
            </a:r>
            <a:r>
              <a:rPr lang="en-US" dirty="0">
                <a:ea typeface="Calibri"/>
                <a:cs typeface="Calibri"/>
              </a:rPr>
              <a:t>  description</a:t>
            </a:r>
          </a:p>
          <a:p>
            <a:r>
              <a:rPr lang="en-US" dirty="0">
                <a:ea typeface="Calibri"/>
                <a:cs typeface="Calibri"/>
              </a:rPr>
              <a:t>1 Mario   1985-9-13  Platformer</a:t>
            </a:r>
          </a:p>
          <a:p>
            <a:r>
              <a:rPr lang="en-US" dirty="0">
                <a:ea typeface="Calibri"/>
                <a:cs typeface="Calibri"/>
              </a:rPr>
              <a:t>2 Zelda   1986-2-21  RPG</a:t>
            </a:r>
          </a:p>
          <a:p>
            <a:r>
              <a:rPr lang="en-US" dirty="0">
                <a:ea typeface="Calibri"/>
                <a:cs typeface="Calibri"/>
              </a:rPr>
              <a:t>3 Fortnite  </a:t>
            </a:r>
            <a:r>
              <a:rPr lang="en-US" dirty="0">
                <a:ea typeface="+mn-lt"/>
                <a:cs typeface="+mn-lt"/>
              </a:rPr>
              <a:t>2017-7-25</a:t>
            </a:r>
            <a:r>
              <a:rPr lang="en-US" dirty="0">
                <a:ea typeface="Calibri"/>
                <a:cs typeface="Calibri"/>
              </a:rPr>
              <a:t>  FPS</a:t>
            </a:r>
          </a:p>
          <a:p>
            <a:r>
              <a:rPr lang="en-US" dirty="0">
                <a:ea typeface="Calibri"/>
                <a:cs typeface="Calibri"/>
              </a:rPr>
              <a:t>4 Super Mario  2006-5-15  Platformer</a:t>
            </a:r>
          </a:p>
          <a:p>
            <a:r>
              <a:rPr lang="en-US" dirty="0">
                <a:ea typeface="Calibri"/>
                <a:cs typeface="Calibri"/>
              </a:rPr>
              <a:t>5 Kirby    1992-4-27  Platformer</a:t>
            </a:r>
          </a:p>
          <a:p>
            <a:r>
              <a:rPr lang="en-US" dirty="0">
                <a:ea typeface="Calibri"/>
                <a:cs typeface="Calibri"/>
              </a:rPr>
              <a:t>6 Kirby    1992-4-27  Platformer</a:t>
            </a:r>
          </a:p>
          <a:p>
            <a:endParaRPr lang="en-US" dirty="0">
              <a:ea typeface="Calibri"/>
              <a:cs typeface="Calibri"/>
            </a:endParaRPr>
          </a:p>
          <a:p>
            <a:endParaRPr lang="en-US" dirty="0">
              <a:ea typeface="Calibri"/>
              <a:cs typeface="Calibri"/>
            </a:endParaRPr>
          </a:p>
          <a:p>
            <a:r>
              <a:rPr lang="en-US" dirty="0">
                <a:ea typeface="Calibri"/>
                <a:cs typeface="Calibri"/>
              </a:rPr>
              <a:t>Name       </a:t>
            </a:r>
            <a:r>
              <a:rPr lang="en-US" dirty="0" err="1">
                <a:ea typeface="Calibri"/>
                <a:cs typeface="Calibri"/>
              </a:rPr>
              <a:t>Name</a:t>
            </a:r>
            <a:r>
              <a:rPr lang="en-US" dirty="0">
                <a:ea typeface="Calibri"/>
                <a:cs typeface="Calibri"/>
              </a:rPr>
              <a:t>  count(*)</a:t>
            </a:r>
          </a:p>
          <a:p>
            <a:r>
              <a:rPr lang="en-US" dirty="0">
                <a:ea typeface="Calibri"/>
                <a:cs typeface="Calibri"/>
              </a:rPr>
              <a:t>Mario       </a:t>
            </a:r>
            <a:r>
              <a:rPr lang="en-US" dirty="0" err="1">
                <a:ea typeface="Calibri"/>
                <a:cs typeface="Calibri"/>
              </a:rPr>
              <a:t>Mario</a:t>
            </a:r>
            <a:r>
              <a:rPr lang="en-US" dirty="0">
                <a:ea typeface="Calibri"/>
                <a:cs typeface="Calibri"/>
              </a:rPr>
              <a:t>  1</a:t>
            </a:r>
          </a:p>
          <a:p>
            <a:r>
              <a:rPr lang="en-US" dirty="0">
                <a:ea typeface="Calibri"/>
                <a:cs typeface="Calibri"/>
              </a:rPr>
              <a:t>Zelda       </a:t>
            </a:r>
            <a:r>
              <a:rPr lang="en-US" dirty="0" err="1">
                <a:ea typeface="Calibri"/>
                <a:cs typeface="Calibri"/>
              </a:rPr>
              <a:t>Zelda</a:t>
            </a:r>
            <a:r>
              <a:rPr lang="en-US" dirty="0">
                <a:ea typeface="Calibri"/>
                <a:cs typeface="Calibri"/>
              </a:rPr>
              <a:t>   1</a:t>
            </a:r>
          </a:p>
          <a:p>
            <a:r>
              <a:rPr lang="en-US" dirty="0">
                <a:ea typeface="Calibri"/>
                <a:cs typeface="Calibri"/>
              </a:rPr>
              <a:t>Fortnite      </a:t>
            </a:r>
            <a:r>
              <a:rPr lang="en-US" dirty="0" err="1">
                <a:ea typeface="Calibri"/>
                <a:cs typeface="Calibri"/>
              </a:rPr>
              <a:t>Fortnite</a:t>
            </a:r>
            <a:r>
              <a:rPr lang="en-US" dirty="0">
                <a:ea typeface="Calibri"/>
                <a:cs typeface="Calibri"/>
              </a:rPr>
              <a:t>  1</a:t>
            </a:r>
          </a:p>
          <a:p>
            <a:r>
              <a:rPr lang="en-US" dirty="0">
                <a:ea typeface="Calibri"/>
                <a:cs typeface="Calibri"/>
              </a:rPr>
              <a:t>Super Mario    Super Mario  1</a:t>
            </a:r>
          </a:p>
          <a:p>
            <a:r>
              <a:rPr lang="en-US" dirty="0">
                <a:ea typeface="Calibri"/>
                <a:cs typeface="Calibri"/>
              </a:rPr>
              <a:t>Kirby       </a:t>
            </a:r>
            <a:r>
              <a:rPr lang="en-US" dirty="0" err="1">
                <a:ea typeface="Calibri"/>
                <a:cs typeface="Calibri"/>
              </a:rPr>
              <a:t>Kirby</a:t>
            </a:r>
            <a:r>
              <a:rPr lang="en-US" dirty="0">
                <a:ea typeface="Calibri"/>
                <a:cs typeface="Calibri"/>
              </a:rPr>
              <a:t>   2</a:t>
            </a:r>
          </a:p>
          <a:p>
            <a:endParaRPr lang="en-US" dirty="0">
              <a:ea typeface="Calibri"/>
              <a:cs typeface="Calibri"/>
            </a:endParaRPr>
          </a:p>
        </p:txBody>
      </p:sp>
    </p:spTree>
    <p:extLst>
      <p:ext uri="{BB962C8B-B14F-4D97-AF65-F5344CB8AC3E}">
        <p14:creationId xmlns:p14="http://schemas.microsoft.com/office/powerpoint/2010/main" val="3053102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5820E-C378-908E-5403-51D1EC42B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82D78-B0B4-41F1-45AB-C43391554FDE}"/>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clauses</a:t>
            </a:r>
          </a:p>
        </p:txBody>
      </p:sp>
      <p:sp>
        <p:nvSpPr>
          <p:cNvPr id="3" name="Content Placeholder 2">
            <a:extLst>
              <a:ext uri="{FF2B5EF4-FFF2-40B4-BE49-F238E27FC236}">
                <a16:creationId xmlns:a16="http://schemas.microsoft.com/office/drawing/2014/main" id="{6869D035-F9A8-0414-0669-8BD92CF54769}"/>
              </a:ext>
            </a:extLst>
          </p:cNvPr>
          <p:cNvSpPr>
            <a:spLocks noGrp="1"/>
          </p:cNvSpPr>
          <p:nvPr>
            <p:ph sz="quarter" idx="13"/>
          </p:nvPr>
        </p:nvSpPr>
        <p:spPr>
          <a:xfrm>
            <a:off x="783335" y="2024779"/>
            <a:ext cx="5212079" cy="4137189"/>
          </a:xfrm>
          <a:noFill/>
        </p:spPr>
        <p:txBody>
          <a:bodyPr vert="horz" lIns="91440" tIns="45720" rIns="91440" bIns="45720" rtlCol="0" anchor="t">
            <a:normAutofit/>
          </a:bodyPr>
          <a:lstStyle/>
          <a:p>
            <a:pPr indent="0">
              <a:buNone/>
            </a:pPr>
            <a:r>
              <a:rPr lang="en-US" sz="1400" dirty="0">
                <a:ea typeface="Calibri"/>
                <a:cs typeface="Calibri"/>
              </a:rPr>
              <a:t>ID name   </a:t>
            </a:r>
            <a:r>
              <a:rPr lang="en-US" sz="1400" dirty="0" err="1">
                <a:ea typeface="Calibri"/>
                <a:cs typeface="Calibri"/>
              </a:rPr>
              <a:t>release_date</a:t>
            </a:r>
            <a:r>
              <a:rPr lang="en-US" sz="1400" dirty="0">
                <a:ea typeface="Calibri"/>
                <a:cs typeface="Calibri"/>
              </a:rPr>
              <a:t>  description</a:t>
            </a:r>
          </a:p>
          <a:p>
            <a:pPr indent="0">
              <a:buNone/>
            </a:pPr>
            <a:r>
              <a:rPr lang="en-US" sz="1400" dirty="0">
                <a:ea typeface="Calibri"/>
                <a:cs typeface="Calibri"/>
              </a:rPr>
              <a:t>1 Mario   1985-9-13  Platformer</a:t>
            </a:r>
          </a:p>
          <a:p>
            <a:pPr indent="0">
              <a:buNone/>
            </a:pPr>
            <a:r>
              <a:rPr lang="en-US" sz="1400" dirty="0">
                <a:ea typeface="Calibri"/>
                <a:cs typeface="Calibri"/>
              </a:rPr>
              <a:t>2 Zelda   1986-2-21  RPG</a:t>
            </a:r>
          </a:p>
          <a:p>
            <a:r>
              <a:rPr lang="en-US" sz="1400" dirty="0">
                <a:ea typeface="Calibri"/>
                <a:cs typeface="Calibri"/>
              </a:rPr>
              <a:t>5 Kirby    1992-4-27  Platformer</a:t>
            </a:r>
          </a:p>
          <a:p>
            <a:r>
              <a:rPr lang="en-US" sz="1400" dirty="0">
                <a:ea typeface="Calibri"/>
                <a:cs typeface="Calibri"/>
              </a:rPr>
              <a:t>6 Kirby    1992-4-27  Platformer</a:t>
            </a:r>
          </a:p>
          <a:p>
            <a:r>
              <a:rPr lang="en-US" sz="1400" dirty="0">
                <a:ea typeface="Calibri"/>
                <a:cs typeface="Calibri"/>
              </a:rPr>
              <a:t>4 Super Mario 2006-5-15  Platformer</a:t>
            </a:r>
            <a:endParaRPr lang="en-US" dirty="0"/>
          </a:p>
          <a:p>
            <a:r>
              <a:rPr lang="en-US" sz="1400" dirty="0">
                <a:ea typeface="Calibri"/>
                <a:cs typeface="Calibri"/>
              </a:rPr>
              <a:t>3 Fortnite  2017-7-25  FPS</a:t>
            </a:r>
          </a:p>
          <a:p>
            <a:endParaRPr lang="en-US" sz="1400" dirty="0">
              <a:ea typeface="Calibri"/>
              <a:cs typeface="Calibri"/>
            </a:endParaRPr>
          </a:p>
          <a:p>
            <a:r>
              <a:rPr lang="en-US" sz="1400" dirty="0">
                <a:ea typeface="Calibri"/>
                <a:cs typeface="Calibri"/>
              </a:rPr>
              <a:t>Name   COUNT(*)</a:t>
            </a:r>
          </a:p>
          <a:p>
            <a:r>
              <a:rPr lang="en-US" sz="1400" dirty="0">
                <a:ea typeface="Calibri"/>
                <a:cs typeface="Calibri"/>
              </a:rPr>
              <a:t>Mario   1</a:t>
            </a:r>
          </a:p>
          <a:p>
            <a:r>
              <a:rPr lang="en-US" sz="1400" dirty="0">
                <a:ea typeface="Calibri"/>
                <a:cs typeface="Calibri"/>
              </a:rPr>
              <a:t>Super Mario   1</a:t>
            </a:r>
          </a:p>
        </p:txBody>
      </p:sp>
      <p:sp>
        <p:nvSpPr>
          <p:cNvPr id="4" name="Content Placeholder 3">
            <a:extLst>
              <a:ext uri="{FF2B5EF4-FFF2-40B4-BE49-F238E27FC236}">
                <a16:creationId xmlns:a16="http://schemas.microsoft.com/office/drawing/2014/main" id="{BA63FB47-07A9-5E6D-DBF5-35AF25A0851F}"/>
              </a:ext>
            </a:extLst>
          </p:cNvPr>
          <p:cNvSpPr>
            <a:spLocks noGrp="1"/>
          </p:cNvSpPr>
          <p:nvPr>
            <p:ph sz="quarter" idx="14"/>
          </p:nvPr>
        </p:nvSpPr>
        <p:spPr>
          <a:xfrm>
            <a:off x="6459795" y="2024780"/>
            <a:ext cx="4894006" cy="4137189"/>
          </a:xfrm>
          <a:noFill/>
        </p:spPr>
        <p:txBody>
          <a:bodyPr vert="horz" lIns="91440" tIns="45720" rIns="91440" bIns="45720" rtlCol="0" anchor="t">
            <a:normAutofit lnSpcReduction="10000"/>
          </a:bodyPr>
          <a:lstStyle/>
          <a:p>
            <a:pPr marL="285750" indent="-285750">
              <a:buFont typeface="Arial" panose="05000000000000000000" pitchFamily="2" charset="2"/>
              <a:buChar char="•"/>
            </a:pPr>
            <a:r>
              <a:rPr lang="en-US" dirty="0">
                <a:ea typeface="Calibri"/>
                <a:cs typeface="Calibri"/>
              </a:rPr>
              <a:t>ORDER BY Clause</a:t>
            </a:r>
          </a:p>
          <a:p>
            <a:pPr marL="742950" lvl="2" indent="-285750">
              <a:buFont typeface="Courier New" panose="05000000000000000000" pitchFamily="2" charset="2"/>
              <a:buChar char="o"/>
            </a:pPr>
            <a:r>
              <a:rPr lang="en-US" dirty="0">
                <a:ea typeface="Calibri"/>
                <a:cs typeface="Calibri"/>
              </a:rPr>
              <a:t>Used to sort records (ASC or DESC)</a:t>
            </a:r>
          </a:p>
          <a:p>
            <a:r>
              <a:rPr lang="en-US" b="1" err="1">
                <a:ea typeface="+mn-lt"/>
                <a:cs typeface="+mn-lt"/>
              </a:rPr>
              <a:t>mysql</a:t>
            </a:r>
            <a:r>
              <a:rPr lang="en-US" b="1" dirty="0">
                <a:ea typeface="+mn-lt"/>
                <a:cs typeface="+mn-lt"/>
              </a:rPr>
              <a:t>&gt; SELECT *</a:t>
            </a:r>
            <a:endParaRPr lang="en-US" b="1" dirty="0">
              <a:ea typeface="Calibri"/>
              <a:cs typeface="Calibri"/>
            </a:endParaRPr>
          </a:p>
          <a:p>
            <a:r>
              <a:rPr lang="en-US" b="1" dirty="0">
                <a:ea typeface="+mn-lt"/>
                <a:cs typeface="+mn-lt"/>
              </a:rPr>
              <a:t>    FROM table</a:t>
            </a:r>
            <a:endParaRPr lang="en-US" b="1" dirty="0">
              <a:ea typeface="Calibri"/>
              <a:cs typeface="Calibri"/>
            </a:endParaRPr>
          </a:p>
          <a:p>
            <a:r>
              <a:rPr lang="en-US" b="1" dirty="0">
                <a:ea typeface="+mn-lt"/>
                <a:cs typeface="+mn-lt"/>
              </a:rPr>
              <a:t>    ORDER BY </a:t>
            </a:r>
            <a:r>
              <a:rPr lang="en-US" b="1" err="1">
                <a:ea typeface="+mn-lt"/>
                <a:cs typeface="+mn-lt"/>
              </a:rPr>
              <a:t>published_date</a:t>
            </a:r>
            <a:r>
              <a:rPr lang="en-US" b="1" dirty="0">
                <a:ea typeface="+mn-lt"/>
                <a:cs typeface="+mn-lt"/>
              </a:rPr>
              <a:t> ASC;</a:t>
            </a:r>
          </a:p>
          <a:p>
            <a:pPr marL="285750" indent="-285750">
              <a:buFont typeface="Arial" panose="05000000000000000000" pitchFamily="2" charset="2"/>
              <a:buChar char="•"/>
            </a:pPr>
            <a:r>
              <a:rPr lang="en-US" dirty="0">
                <a:ea typeface="Calibri"/>
                <a:cs typeface="Calibri"/>
              </a:rPr>
              <a:t>HAVING Clause</a:t>
            </a:r>
          </a:p>
          <a:p>
            <a:pPr marL="742950" lvl="2" indent="-285750">
              <a:buFont typeface="Courier New" panose="05000000000000000000" pitchFamily="2" charset="2"/>
              <a:buChar char="o"/>
            </a:pPr>
            <a:r>
              <a:rPr lang="en-US" dirty="0">
                <a:ea typeface="Calibri"/>
                <a:cs typeface="Calibri"/>
              </a:rPr>
              <a:t>Used to filter groups</a:t>
            </a:r>
          </a:p>
          <a:p>
            <a:r>
              <a:rPr lang="en-US" b="1" dirty="0" err="1">
                <a:ea typeface="+mn-lt"/>
                <a:cs typeface="+mn-lt"/>
              </a:rPr>
              <a:t>mysql</a:t>
            </a:r>
            <a:r>
              <a:rPr lang="en-US" b="1" dirty="0">
                <a:ea typeface="+mn-lt"/>
                <a:cs typeface="+mn-lt"/>
              </a:rPr>
              <a:t>&gt; SELECT name, COUNT(*)</a:t>
            </a:r>
            <a:endParaRPr lang="en-US" b="1" dirty="0">
              <a:ea typeface="Calibri"/>
              <a:cs typeface="Calibri"/>
            </a:endParaRPr>
          </a:p>
          <a:p>
            <a:r>
              <a:rPr lang="en-US" b="1" dirty="0">
                <a:ea typeface="+mn-lt"/>
                <a:cs typeface="+mn-lt"/>
              </a:rPr>
              <a:t>    FROM games</a:t>
            </a:r>
            <a:endParaRPr lang="en-US" b="1" dirty="0">
              <a:ea typeface="Calibri"/>
              <a:cs typeface="Calibri"/>
            </a:endParaRPr>
          </a:p>
          <a:p>
            <a:r>
              <a:rPr lang="en-US" b="1" dirty="0">
                <a:ea typeface="+mn-lt"/>
                <a:cs typeface="+mn-lt"/>
              </a:rPr>
              <a:t>    GROUP BY name</a:t>
            </a:r>
            <a:endParaRPr lang="en-US" b="1" dirty="0">
              <a:ea typeface="Calibri"/>
              <a:cs typeface="Calibri"/>
            </a:endParaRPr>
          </a:p>
          <a:p>
            <a:r>
              <a:rPr lang="en-US" b="1" dirty="0">
                <a:ea typeface="+mn-lt"/>
                <a:cs typeface="+mn-lt"/>
              </a:rPr>
              <a:t>    HAVING name LIKE '%Mario%';</a:t>
            </a:r>
            <a:endParaRPr lang="en-US" b="1" dirty="0">
              <a:ea typeface="Calibri"/>
              <a:cs typeface="Calibri"/>
            </a:endParaRPr>
          </a:p>
        </p:txBody>
      </p:sp>
      <p:sp>
        <p:nvSpPr>
          <p:cNvPr id="5" name="Rectangle 4">
            <a:extLst>
              <a:ext uri="{FF2B5EF4-FFF2-40B4-BE49-F238E27FC236}">
                <a16:creationId xmlns:a16="http://schemas.microsoft.com/office/drawing/2014/main" id="{36B61996-7A1D-B297-823E-B13B7C6CD0A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873708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6F9B8-AD29-EB6C-0108-F6C5B87FD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048D9-F8F1-5961-1A27-3ACC0B31FCEA}"/>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Operators</a:t>
            </a:r>
          </a:p>
        </p:txBody>
      </p:sp>
      <p:sp>
        <p:nvSpPr>
          <p:cNvPr id="3" name="Content Placeholder 2">
            <a:extLst>
              <a:ext uri="{FF2B5EF4-FFF2-40B4-BE49-F238E27FC236}">
                <a16:creationId xmlns:a16="http://schemas.microsoft.com/office/drawing/2014/main" id="{59E563B6-7E25-6432-61C0-A9F55C2CD173}"/>
              </a:ext>
            </a:extLst>
          </p:cNvPr>
          <p:cNvSpPr>
            <a:spLocks noGrp="1"/>
          </p:cNvSpPr>
          <p:nvPr>
            <p:ph sz="quarter" idx="13"/>
          </p:nvPr>
        </p:nvSpPr>
        <p:spPr>
          <a:xfrm>
            <a:off x="6146090" y="2024779"/>
            <a:ext cx="5212079" cy="4137189"/>
          </a:xfrm>
          <a:noFill/>
        </p:spPr>
        <p:txBody>
          <a:bodyPr vert="horz" lIns="91440" tIns="45720" rIns="91440" bIns="45720" rtlCol="0" anchor="t">
            <a:normAutofit/>
          </a:bodyPr>
          <a:lstStyle/>
          <a:p>
            <a:r>
              <a:rPr lang="en-US" sz="1400" dirty="0">
                <a:ea typeface="Calibri"/>
                <a:cs typeface="Calibri"/>
              </a:rPr>
              <a:t>ID name    </a:t>
            </a:r>
            <a:r>
              <a:rPr lang="en-US" sz="1400" dirty="0" err="1">
                <a:ea typeface="Calibri"/>
                <a:cs typeface="Calibri"/>
              </a:rPr>
              <a:t>release_date</a:t>
            </a:r>
            <a:r>
              <a:rPr lang="en-US" sz="1400" dirty="0">
                <a:ea typeface="Calibri"/>
                <a:cs typeface="Calibri"/>
              </a:rPr>
              <a:t>   description</a:t>
            </a:r>
          </a:p>
          <a:p>
            <a:r>
              <a:rPr lang="en-US" sz="1400" dirty="0">
                <a:ea typeface="Calibri"/>
                <a:cs typeface="Calibri"/>
              </a:rPr>
              <a:t>1 Mario    1985-9-13    Platformer</a:t>
            </a:r>
          </a:p>
          <a:p>
            <a:r>
              <a:rPr lang="en-US" sz="1400" dirty="0">
                <a:ea typeface="Calibri"/>
                <a:cs typeface="Calibri"/>
              </a:rPr>
              <a:t>4 Super Mario  2006-5-15    Platformer</a:t>
            </a:r>
          </a:p>
        </p:txBody>
      </p:sp>
      <p:sp>
        <p:nvSpPr>
          <p:cNvPr id="4" name="Content Placeholder 3">
            <a:extLst>
              <a:ext uri="{FF2B5EF4-FFF2-40B4-BE49-F238E27FC236}">
                <a16:creationId xmlns:a16="http://schemas.microsoft.com/office/drawing/2014/main" id="{32CB1D73-BCF2-9694-19BD-44CA9E87D3A0}"/>
              </a:ext>
            </a:extLst>
          </p:cNvPr>
          <p:cNvSpPr>
            <a:spLocks noGrp="1"/>
          </p:cNvSpPr>
          <p:nvPr>
            <p:ph sz="quarter" idx="14"/>
          </p:nvPr>
        </p:nvSpPr>
        <p:spPr>
          <a:xfrm>
            <a:off x="838248" y="2024780"/>
            <a:ext cx="4894006" cy="4137189"/>
          </a:xfrm>
          <a:noFill/>
        </p:spPr>
        <p:txBody>
          <a:bodyPr vert="horz" lIns="91440" tIns="45720" rIns="91440" bIns="45720" rtlCol="0" anchor="t">
            <a:normAutofit/>
          </a:bodyPr>
          <a:lstStyle/>
          <a:p>
            <a:pPr marL="285750" indent="-285750">
              <a:buFont typeface="Arial" panose="05000000000000000000" pitchFamily="2" charset="2"/>
              <a:buChar char="•"/>
            </a:pPr>
            <a:r>
              <a:rPr lang="en-US" dirty="0">
                <a:ea typeface="+mn-lt"/>
                <a:cs typeface="+mn-lt"/>
              </a:rPr>
              <a:t>Operators are our way to filter and manipulate data effectively</a:t>
            </a:r>
          </a:p>
          <a:p>
            <a:pPr marL="285750" indent="-285750">
              <a:buFont typeface="Arial" panose="05000000000000000000" pitchFamily="2" charset="2"/>
              <a:buChar char="•"/>
            </a:pPr>
            <a:r>
              <a:rPr lang="en-US" dirty="0">
                <a:ea typeface="+mn-lt"/>
                <a:cs typeface="+mn-lt"/>
              </a:rPr>
              <a:t>Logical Operators</a:t>
            </a:r>
          </a:p>
          <a:p>
            <a:pPr marL="800100" lvl="2" indent="-285750">
              <a:buFont typeface="Courier New" panose="05000000000000000000" pitchFamily="2" charset="2"/>
              <a:buChar char="o"/>
            </a:pPr>
            <a:r>
              <a:rPr lang="en-US" dirty="0">
                <a:ea typeface="+mn-lt"/>
                <a:cs typeface="+mn-lt"/>
              </a:rPr>
              <a:t>LIKE Operator</a:t>
            </a:r>
          </a:p>
          <a:p>
            <a:pPr marL="800100" lvl="2" indent="-285750">
              <a:buFont typeface="Courier New" panose="05000000000000000000" pitchFamily="2" charset="2"/>
              <a:buChar char="o"/>
            </a:pPr>
            <a:r>
              <a:rPr lang="en-US" dirty="0">
                <a:ea typeface="+mn-lt"/>
                <a:cs typeface="+mn-lt"/>
              </a:rPr>
              <a:t>LIKE is often used with WHERE clauses</a:t>
            </a:r>
          </a:p>
          <a:p>
            <a:r>
              <a:rPr lang="en-US" b="1" err="1">
                <a:ea typeface="+mn-lt"/>
                <a:cs typeface="+mn-lt"/>
              </a:rPr>
              <a:t>mysql</a:t>
            </a:r>
            <a:r>
              <a:rPr lang="en-US" b="1" dirty="0">
                <a:ea typeface="+mn-lt"/>
                <a:cs typeface="+mn-lt"/>
              </a:rPr>
              <a:t>&gt; SELECT *</a:t>
            </a:r>
            <a:endParaRPr lang="en-US" b="1" dirty="0">
              <a:ea typeface="Calibri"/>
              <a:cs typeface="Calibri"/>
            </a:endParaRPr>
          </a:p>
          <a:p>
            <a:r>
              <a:rPr lang="en-US" b="1" dirty="0">
                <a:ea typeface="+mn-lt"/>
                <a:cs typeface="+mn-lt"/>
              </a:rPr>
              <a:t>    FROM games</a:t>
            </a:r>
            <a:endParaRPr lang="en-US" b="1" dirty="0">
              <a:ea typeface="Calibri"/>
              <a:cs typeface="Calibri"/>
            </a:endParaRPr>
          </a:p>
          <a:p>
            <a:pPr marL="57150"/>
            <a:r>
              <a:rPr lang="en-US" b="1" dirty="0">
                <a:ea typeface="+mn-lt"/>
                <a:cs typeface="+mn-lt"/>
              </a:rPr>
              <a:t>    WHERE name LIKE "%Mario%";</a:t>
            </a:r>
            <a:endParaRPr lang="en-US" b="1" dirty="0"/>
          </a:p>
        </p:txBody>
      </p:sp>
      <p:sp>
        <p:nvSpPr>
          <p:cNvPr id="5" name="Rectangle 4">
            <a:extLst>
              <a:ext uri="{FF2B5EF4-FFF2-40B4-BE49-F238E27FC236}">
                <a16:creationId xmlns:a16="http://schemas.microsoft.com/office/drawing/2014/main" id="{9B3C1DC2-4D75-7B6B-3DA1-99E03D77434C}"/>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785669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BCB0-2B84-3321-5632-34986D0EF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1F3AC-F601-4FE2-B71D-93172D33EE16}"/>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Operators</a:t>
            </a:r>
          </a:p>
        </p:txBody>
      </p:sp>
      <p:sp>
        <p:nvSpPr>
          <p:cNvPr id="3" name="Content Placeholder 2">
            <a:extLst>
              <a:ext uri="{FF2B5EF4-FFF2-40B4-BE49-F238E27FC236}">
                <a16:creationId xmlns:a16="http://schemas.microsoft.com/office/drawing/2014/main" id="{913F32C1-89EC-7BE8-EEA9-2FA8B81F93BB}"/>
              </a:ext>
            </a:extLst>
          </p:cNvPr>
          <p:cNvSpPr>
            <a:spLocks noGrp="1"/>
          </p:cNvSpPr>
          <p:nvPr>
            <p:ph sz="quarter" idx="13"/>
          </p:nvPr>
        </p:nvSpPr>
        <p:spPr>
          <a:xfrm>
            <a:off x="783335" y="2024779"/>
            <a:ext cx="5212079" cy="4137189"/>
          </a:xfrm>
          <a:noFill/>
        </p:spPr>
        <p:txBody>
          <a:bodyPr vert="horz" lIns="91440" tIns="45720" rIns="91440" bIns="45720" rtlCol="0" anchor="t">
            <a:normAutofit/>
          </a:bodyPr>
          <a:lstStyle/>
          <a:p>
            <a:pPr>
              <a:buNone/>
            </a:pPr>
            <a:r>
              <a:rPr lang="en-US" sz="1400" dirty="0">
                <a:ea typeface="Calibri"/>
                <a:cs typeface="Calibri"/>
              </a:rPr>
              <a:t>ID name    </a:t>
            </a:r>
            <a:r>
              <a:rPr lang="en-US" sz="1400" dirty="0" err="1">
                <a:ea typeface="Calibri"/>
                <a:cs typeface="Calibri"/>
              </a:rPr>
              <a:t>release_date</a:t>
            </a:r>
            <a:r>
              <a:rPr lang="en-US" sz="1400" dirty="0">
                <a:ea typeface="Calibri"/>
                <a:cs typeface="Calibri"/>
              </a:rPr>
              <a:t>   description</a:t>
            </a:r>
          </a:p>
          <a:p>
            <a:pPr>
              <a:buNone/>
            </a:pPr>
            <a:r>
              <a:rPr lang="en-US" sz="1400" dirty="0">
                <a:ea typeface="Calibri"/>
                <a:cs typeface="Calibri"/>
              </a:rPr>
              <a:t>4 Super Mario  2006-5-15    Platformer</a:t>
            </a:r>
          </a:p>
          <a:p>
            <a:pPr lvl="2">
              <a:buNone/>
            </a:pPr>
            <a:endParaRPr lang="en-US" sz="1400" dirty="0">
              <a:ea typeface="Calibri"/>
              <a:cs typeface="Calibri"/>
            </a:endParaRPr>
          </a:p>
          <a:p>
            <a:pPr lvl="2">
              <a:buNone/>
            </a:pPr>
            <a:endParaRPr lang="en-US" sz="1400" dirty="0">
              <a:ea typeface="Calibri"/>
              <a:cs typeface="Calibri"/>
            </a:endParaRPr>
          </a:p>
          <a:p>
            <a:pPr>
              <a:buNone/>
            </a:pPr>
            <a:r>
              <a:rPr lang="en-US" sz="1400" dirty="0">
                <a:ea typeface="Calibri"/>
                <a:cs typeface="Calibri"/>
              </a:rPr>
              <a:t>ID name    </a:t>
            </a:r>
            <a:r>
              <a:rPr lang="en-US" sz="1400" dirty="0" err="1">
                <a:ea typeface="Calibri"/>
                <a:cs typeface="Calibri"/>
              </a:rPr>
              <a:t>release_date</a:t>
            </a:r>
            <a:r>
              <a:rPr lang="en-US" sz="1400" dirty="0">
                <a:ea typeface="Calibri"/>
                <a:cs typeface="Calibri"/>
              </a:rPr>
              <a:t>   description</a:t>
            </a:r>
          </a:p>
          <a:p>
            <a:pPr>
              <a:buNone/>
            </a:pPr>
            <a:r>
              <a:rPr lang="en-US" sz="1400" dirty="0">
                <a:ea typeface="Calibri"/>
                <a:cs typeface="Calibri"/>
              </a:rPr>
              <a:t>1 Mario    1985-9-13    Platformer</a:t>
            </a:r>
          </a:p>
          <a:p>
            <a:r>
              <a:rPr lang="en-US" sz="1400" dirty="0">
                <a:ea typeface="Calibri"/>
                <a:cs typeface="Calibri"/>
              </a:rPr>
              <a:t>2 Zelda    1986-2-21    RPG</a:t>
            </a:r>
          </a:p>
          <a:p>
            <a:pPr>
              <a:buNone/>
            </a:pPr>
            <a:r>
              <a:rPr lang="en-US" sz="1400" dirty="0">
                <a:ea typeface="Calibri"/>
                <a:cs typeface="Calibri"/>
              </a:rPr>
              <a:t>4 Super Mario  2006-5-15    Platformer</a:t>
            </a:r>
          </a:p>
          <a:p>
            <a:pPr>
              <a:buNone/>
            </a:pPr>
            <a:endParaRPr lang="en-US" sz="1400" dirty="0">
              <a:ea typeface="Calibri"/>
              <a:cs typeface="Calibri"/>
            </a:endParaRPr>
          </a:p>
        </p:txBody>
      </p:sp>
      <p:sp>
        <p:nvSpPr>
          <p:cNvPr id="4" name="Content Placeholder 3">
            <a:extLst>
              <a:ext uri="{FF2B5EF4-FFF2-40B4-BE49-F238E27FC236}">
                <a16:creationId xmlns:a16="http://schemas.microsoft.com/office/drawing/2014/main" id="{3F5EFEC2-1520-388E-6686-1713B95767B0}"/>
              </a:ext>
            </a:extLst>
          </p:cNvPr>
          <p:cNvSpPr>
            <a:spLocks noGrp="1"/>
          </p:cNvSpPr>
          <p:nvPr>
            <p:ph sz="quarter" idx="14"/>
          </p:nvPr>
        </p:nvSpPr>
        <p:spPr>
          <a:xfrm>
            <a:off x="6459795" y="2024780"/>
            <a:ext cx="4894006" cy="4137189"/>
          </a:xfrm>
          <a:noFill/>
        </p:spPr>
        <p:txBody>
          <a:bodyPr vert="horz" lIns="91440" tIns="45720" rIns="91440" bIns="45720" rtlCol="0" anchor="t">
            <a:normAutofit lnSpcReduction="10000"/>
          </a:bodyPr>
          <a:lstStyle/>
          <a:p>
            <a:pPr marL="285750" indent="-285750">
              <a:buFont typeface="Arial" panose="05000000000000000000" pitchFamily="2" charset="2"/>
              <a:buChar char="•"/>
            </a:pPr>
            <a:r>
              <a:rPr lang="en-US" dirty="0">
                <a:ea typeface="Calibri"/>
                <a:cs typeface="Calibri"/>
              </a:rPr>
              <a:t>AND Operator</a:t>
            </a:r>
          </a:p>
          <a:p>
            <a:pPr marL="800100" lvl="2" indent="-285750">
              <a:buFont typeface="Courier New" panose="05000000000000000000" pitchFamily="2" charset="2"/>
              <a:buChar char="o"/>
            </a:pPr>
            <a:r>
              <a:rPr lang="en-US" dirty="0">
                <a:ea typeface="Calibri"/>
                <a:cs typeface="Calibri"/>
              </a:rPr>
              <a:t>AND uses multiple conditions and if TRUE returns them all</a:t>
            </a:r>
          </a:p>
          <a:p>
            <a:r>
              <a:rPr lang="en-US" b="1" dirty="0" err="1">
                <a:ea typeface="+mn-lt"/>
                <a:cs typeface="+mn-lt"/>
              </a:rPr>
              <a:t>mysql</a:t>
            </a:r>
            <a:r>
              <a:rPr lang="en-US" b="1" dirty="0">
                <a:ea typeface="+mn-lt"/>
                <a:cs typeface="+mn-lt"/>
              </a:rPr>
              <a:t>&gt; SELECT *</a:t>
            </a:r>
            <a:endParaRPr lang="en-US" b="1" dirty="0">
              <a:ea typeface="Calibri"/>
              <a:cs typeface="Calibri"/>
            </a:endParaRPr>
          </a:p>
          <a:p>
            <a:r>
              <a:rPr lang="en-US" b="1" dirty="0">
                <a:ea typeface="+mn-lt"/>
                <a:cs typeface="+mn-lt"/>
              </a:rPr>
              <a:t>    FROM games</a:t>
            </a:r>
            <a:endParaRPr lang="en-US" b="1" dirty="0">
              <a:ea typeface="Calibri"/>
              <a:cs typeface="Calibri"/>
            </a:endParaRPr>
          </a:p>
          <a:p>
            <a:pPr marL="57150"/>
            <a:r>
              <a:rPr lang="en-US" b="1" dirty="0">
                <a:ea typeface="+mn-lt"/>
                <a:cs typeface="+mn-lt"/>
              </a:rPr>
              <a:t>    WHERE category = "Mario" AND name = "Super"; </a:t>
            </a:r>
          </a:p>
          <a:p>
            <a:pPr marL="342900" indent="-285750">
              <a:buFont typeface="Arial" panose="05000000000000000000" pitchFamily="2" charset="2"/>
              <a:buChar char="•"/>
            </a:pPr>
            <a:r>
              <a:rPr lang="en-US" b="1" dirty="0">
                <a:ea typeface="Calibri"/>
                <a:cs typeface="Calibri"/>
              </a:rPr>
              <a:t>OR Operator</a:t>
            </a:r>
          </a:p>
          <a:p>
            <a:r>
              <a:rPr lang="en-US" b="1" dirty="0" err="1">
                <a:ea typeface="+mn-lt"/>
                <a:cs typeface="+mn-lt"/>
              </a:rPr>
              <a:t>mysql</a:t>
            </a:r>
            <a:r>
              <a:rPr lang="en-US" b="1" dirty="0">
                <a:ea typeface="+mn-lt"/>
                <a:cs typeface="+mn-lt"/>
              </a:rPr>
              <a:t>&gt; SELECT *</a:t>
            </a:r>
            <a:endParaRPr lang="en-US" b="1" dirty="0">
              <a:ea typeface="Calibri"/>
              <a:cs typeface="Calibri"/>
            </a:endParaRPr>
          </a:p>
          <a:p>
            <a:r>
              <a:rPr lang="en-US" b="1" dirty="0">
                <a:ea typeface="+mn-lt"/>
                <a:cs typeface="+mn-lt"/>
              </a:rPr>
              <a:t>    FROM games</a:t>
            </a:r>
            <a:endParaRPr lang="en-US" b="1">
              <a:ea typeface="Calibri"/>
              <a:cs typeface="Calibri"/>
            </a:endParaRPr>
          </a:p>
          <a:p>
            <a:pPr marL="57150"/>
            <a:r>
              <a:rPr lang="en-US" b="1" dirty="0">
                <a:ea typeface="+mn-lt"/>
                <a:cs typeface="+mn-lt"/>
              </a:rPr>
              <a:t>    WHERE name LIKE "%Mario%" OR name LIKE "%Zelda%"; </a:t>
            </a:r>
            <a:endParaRPr lang="en-US" b="1" dirty="0">
              <a:ea typeface="Calibri"/>
              <a:cs typeface="Calibri"/>
            </a:endParaRPr>
          </a:p>
        </p:txBody>
      </p:sp>
      <p:sp>
        <p:nvSpPr>
          <p:cNvPr id="5" name="Rectangle 4">
            <a:extLst>
              <a:ext uri="{FF2B5EF4-FFF2-40B4-BE49-F238E27FC236}">
                <a16:creationId xmlns:a16="http://schemas.microsoft.com/office/drawing/2014/main" id="{6E7662D7-420E-CE06-5023-B4E519DBB0C9}"/>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500505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FF389-5D82-F5A4-F3FF-69AF87BEF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1E998-89F7-9E8B-953A-F60E874CA389}"/>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Operators</a:t>
            </a:r>
          </a:p>
        </p:txBody>
      </p:sp>
      <p:sp>
        <p:nvSpPr>
          <p:cNvPr id="3" name="Content Placeholder 2">
            <a:extLst>
              <a:ext uri="{FF2B5EF4-FFF2-40B4-BE49-F238E27FC236}">
                <a16:creationId xmlns:a16="http://schemas.microsoft.com/office/drawing/2014/main" id="{047141FA-4B86-F4CE-4039-FE82BC4CACA9}"/>
              </a:ext>
            </a:extLst>
          </p:cNvPr>
          <p:cNvSpPr>
            <a:spLocks noGrp="1"/>
          </p:cNvSpPr>
          <p:nvPr>
            <p:ph sz="quarter" idx="13"/>
          </p:nvPr>
        </p:nvSpPr>
        <p:spPr>
          <a:xfrm>
            <a:off x="6146090" y="2024779"/>
            <a:ext cx="5212079" cy="4137189"/>
          </a:xfrm>
          <a:noFill/>
        </p:spPr>
        <p:txBody>
          <a:bodyPr vert="horz" lIns="91440" tIns="45720" rIns="91440" bIns="45720" rtlCol="0" anchor="t">
            <a:normAutofit/>
          </a:bodyPr>
          <a:lstStyle/>
          <a:p>
            <a:pPr indent="0">
              <a:buNone/>
            </a:pPr>
            <a:r>
              <a:rPr lang="en-US" sz="1400" dirty="0">
                <a:ea typeface="Calibri"/>
                <a:cs typeface="Calibri"/>
              </a:rPr>
              <a:t>ID name   </a:t>
            </a:r>
            <a:r>
              <a:rPr lang="en-US" sz="1400" dirty="0" err="1">
                <a:ea typeface="Calibri"/>
                <a:cs typeface="Calibri"/>
              </a:rPr>
              <a:t>release_date</a:t>
            </a:r>
            <a:r>
              <a:rPr lang="en-US" sz="1400" dirty="0">
                <a:ea typeface="Calibri"/>
                <a:cs typeface="Calibri"/>
              </a:rPr>
              <a:t>  description</a:t>
            </a:r>
          </a:p>
          <a:p>
            <a:pPr indent="0">
              <a:buNone/>
            </a:pPr>
            <a:r>
              <a:rPr lang="en-US" sz="1400" dirty="0">
                <a:ea typeface="Calibri"/>
                <a:cs typeface="Calibri"/>
              </a:rPr>
              <a:t>2 Zelda   1986-2-21  RPG</a:t>
            </a:r>
          </a:p>
          <a:p>
            <a:pPr indent="0">
              <a:buNone/>
            </a:pPr>
            <a:r>
              <a:rPr lang="en-US" sz="1400" dirty="0">
                <a:ea typeface="Calibri"/>
                <a:cs typeface="Calibri"/>
              </a:rPr>
              <a:t>3 Fortnite  2017-7-25  FPS</a:t>
            </a:r>
          </a:p>
          <a:p>
            <a:pPr indent="0">
              <a:buNone/>
            </a:pPr>
            <a:r>
              <a:rPr lang="en-US" sz="1400" dirty="0">
                <a:ea typeface="Calibri"/>
                <a:cs typeface="Calibri"/>
              </a:rPr>
              <a:t>5 Kirby    1992-4-27  Platformer</a:t>
            </a:r>
          </a:p>
          <a:p>
            <a:pPr indent="0">
              <a:buNone/>
            </a:pPr>
            <a:r>
              <a:rPr lang="en-US" sz="1400" dirty="0">
                <a:ea typeface="Calibri"/>
                <a:cs typeface="Calibri"/>
              </a:rPr>
              <a:t>6 Kirby    1992-4-27  Platformer</a:t>
            </a:r>
          </a:p>
          <a:p>
            <a:endParaRPr lang="en-US" sz="1400" dirty="0">
              <a:ea typeface="Calibri"/>
              <a:cs typeface="Calibri"/>
            </a:endParaRPr>
          </a:p>
          <a:p>
            <a:endParaRPr lang="en-US" sz="1400" dirty="0">
              <a:ea typeface="Calibri"/>
              <a:cs typeface="Calibri"/>
            </a:endParaRPr>
          </a:p>
          <a:p>
            <a:r>
              <a:rPr lang="en-US" sz="1400" dirty="0">
                <a:ea typeface="Calibri"/>
                <a:cs typeface="Calibri"/>
              </a:rPr>
              <a:t>ID name   </a:t>
            </a:r>
            <a:r>
              <a:rPr lang="en-US" sz="1400" dirty="0" err="1">
                <a:ea typeface="Calibri"/>
                <a:cs typeface="Calibri"/>
              </a:rPr>
              <a:t>release_date</a:t>
            </a:r>
            <a:r>
              <a:rPr lang="en-US" sz="1400" dirty="0">
                <a:ea typeface="Calibri"/>
                <a:cs typeface="Calibri"/>
              </a:rPr>
              <a:t>  description</a:t>
            </a:r>
          </a:p>
          <a:p>
            <a:r>
              <a:rPr lang="en-US" sz="1400" dirty="0">
                <a:ea typeface="Calibri"/>
                <a:cs typeface="Calibri"/>
              </a:rPr>
              <a:t>2 Zelda   1986-2-21  RPG</a:t>
            </a:r>
          </a:p>
          <a:p>
            <a:r>
              <a:rPr lang="en-US" sz="1400" dirty="0">
                <a:ea typeface="Calibri"/>
                <a:cs typeface="Calibri"/>
              </a:rPr>
              <a:t>3 Fortnite  2017-7-25  FPS</a:t>
            </a:r>
          </a:p>
          <a:p>
            <a:r>
              <a:rPr lang="en-US" sz="1400" dirty="0">
                <a:ea typeface="Calibri"/>
                <a:cs typeface="Calibri"/>
              </a:rPr>
              <a:t>4 Super Mario 2006-5-15  Platformer</a:t>
            </a:r>
          </a:p>
        </p:txBody>
      </p:sp>
      <p:sp>
        <p:nvSpPr>
          <p:cNvPr id="4" name="Content Placeholder 3">
            <a:extLst>
              <a:ext uri="{FF2B5EF4-FFF2-40B4-BE49-F238E27FC236}">
                <a16:creationId xmlns:a16="http://schemas.microsoft.com/office/drawing/2014/main" id="{C8EBFA18-6A89-4285-918B-4B6EA01B5BEB}"/>
              </a:ext>
            </a:extLst>
          </p:cNvPr>
          <p:cNvSpPr>
            <a:spLocks noGrp="1"/>
          </p:cNvSpPr>
          <p:nvPr>
            <p:ph sz="quarter" idx="14"/>
          </p:nvPr>
        </p:nvSpPr>
        <p:spPr>
          <a:xfrm>
            <a:off x="838248" y="2024780"/>
            <a:ext cx="4894006" cy="4137189"/>
          </a:xfrm>
          <a:noFill/>
        </p:spPr>
        <p:txBody>
          <a:bodyPr vert="horz" lIns="91440" tIns="45720" rIns="91440" bIns="45720" rtlCol="0" anchor="t">
            <a:normAutofit/>
          </a:bodyPr>
          <a:lstStyle/>
          <a:p>
            <a:pPr marL="285750" indent="-285750">
              <a:buFont typeface="Arial" panose="05000000000000000000" pitchFamily="2" charset="2"/>
              <a:buChar char="•"/>
            </a:pPr>
            <a:r>
              <a:rPr lang="en-US" dirty="0">
                <a:ea typeface="Calibri"/>
                <a:cs typeface="Calibri"/>
              </a:rPr>
              <a:t>NOT Operator</a:t>
            </a:r>
          </a:p>
          <a:p>
            <a:r>
              <a:rPr lang="en-US" b="1" err="1">
                <a:ea typeface="+mn-lt"/>
                <a:cs typeface="+mn-lt"/>
              </a:rPr>
              <a:t>mysql</a:t>
            </a:r>
            <a:r>
              <a:rPr lang="en-US" b="1" dirty="0">
                <a:ea typeface="+mn-lt"/>
                <a:cs typeface="+mn-lt"/>
              </a:rPr>
              <a:t>&gt; SELECT *</a:t>
            </a:r>
            <a:endParaRPr lang="en-US" b="1">
              <a:ea typeface="Calibri"/>
              <a:cs typeface="Calibri"/>
            </a:endParaRPr>
          </a:p>
          <a:p>
            <a:r>
              <a:rPr lang="en-US" b="1" dirty="0">
                <a:ea typeface="+mn-lt"/>
                <a:cs typeface="+mn-lt"/>
              </a:rPr>
              <a:t>    FROM games</a:t>
            </a:r>
            <a:endParaRPr lang="en-US" b="1" dirty="0">
              <a:ea typeface="Calibri"/>
              <a:cs typeface="Calibri"/>
            </a:endParaRPr>
          </a:p>
          <a:p>
            <a:r>
              <a:rPr lang="en-US" b="1" dirty="0">
                <a:ea typeface="+mn-lt"/>
                <a:cs typeface="+mn-lt"/>
              </a:rPr>
              <a:t>    WHERE NOT category LIKE "%Mario%";</a:t>
            </a:r>
          </a:p>
          <a:p>
            <a:pPr marL="285750" indent="-285750">
              <a:buFont typeface="Arial" panose="05000000000000000000" pitchFamily="2" charset="2"/>
              <a:buChar char="•"/>
            </a:pPr>
            <a:r>
              <a:rPr lang="en-US" b="1" dirty="0">
                <a:ea typeface="Calibri"/>
                <a:cs typeface="Calibri"/>
              </a:rPr>
              <a:t>BETWEEN Operator</a:t>
            </a:r>
          </a:p>
          <a:p>
            <a:r>
              <a:rPr lang="en-US" b="1" err="1">
                <a:ea typeface="+mn-lt"/>
                <a:cs typeface="+mn-lt"/>
              </a:rPr>
              <a:t>mysql</a:t>
            </a:r>
            <a:r>
              <a:rPr lang="en-US" b="1" dirty="0">
                <a:ea typeface="+mn-lt"/>
                <a:cs typeface="+mn-lt"/>
              </a:rPr>
              <a:t>&gt; SELECT *</a:t>
            </a:r>
            <a:endParaRPr lang="en-US" b="1" dirty="0">
              <a:ea typeface="Calibri"/>
              <a:cs typeface="Calibri"/>
            </a:endParaRPr>
          </a:p>
          <a:p>
            <a:r>
              <a:rPr lang="en-US" b="1" dirty="0">
                <a:ea typeface="+mn-lt"/>
                <a:cs typeface="+mn-lt"/>
              </a:rPr>
              <a:t>    FROM games</a:t>
            </a:r>
            <a:endParaRPr lang="en-US" b="1" dirty="0">
              <a:ea typeface="Calibri"/>
              <a:cs typeface="Calibri"/>
            </a:endParaRPr>
          </a:p>
          <a:p>
            <a:r>
              <a:rPr lang="en-US" b="1" dirty="0">
                <a:ea typeface="+mn-lt"/>
                <a:cs typeface="+mn-lt"/>
              </a:rPr>
              <a:t>    WHERE id BETWEEN 2 AND 4;</a:t>
            </a:r>
            <a:endParaRPr lang="en-US" b="1" dirty="0"/>
          </a:p>
        </p:txBody>
      </p:sp>
      <p:sp>
        <p:nvSpPr>
          <p:cNvPr id="5" name="Rectangle 4">
            <a:extLst>
              <a:ext uri="{FF2B5EF4-FFF2-40B4-BE49-F238E27FC236}">
                <a16:creationId xmlns:a16="http://schemas.microsoft.com/office/drawing/2014/main" id="{E11C18D3-6CEC-7FED-A2B1-0E2039FA36EA}"/>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203956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4ABF5-93C7-F948-F435-EC590BAC2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4B759-902A-E4DA-5119-CE417DC882BC}"/>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Operators</a:t>
            </a:r>
          </a:p>
        </p:txBody>
      </p:sp>
      <p:pic>
        <p:nvPicPr>
          <p:cNvPr id="7" name="Content Placeholder 6" descr="Python - Comparison Operators | Teaching Resources">
            <a:extLst>
              <a:ext uri="{FF2B5EF4-FFF2-40B4-BE49-F238E27FC236}">
                <a16:creationId xmlns:a16="http://schemas.microsoft.com/office/drawing/2014/main" id="{DF8CA31D-EF3F-3500-5A15-B560189F0D23}"/>
              </a:ext>
            </a:extLst>
          </p:cNvPr>
          <p:cNvPicPr>
            <a:picLocks noGrp="1" noChangeAspect="1"/>
          </p:cNvPicPr>
          <p:nvPr>
            <p:ph sz="quarter" idx="13"/>
          </p:nvPr>
        </p:nvPicPr>
        <p:blipFill>
          <a:blip r:embed="rId3"/>
          <a:stretch>
            <a:fillRect/>
          </a:stretch>
        </p:blipFill>
        <p:spPr>
          <a:xfrm>
            <a:off x="422685" y="2026448"/>
            <a:ext cx="5524499" cy="3873654"/>
          </a:xfrm>
          <a:prstGeom prst="rect">
            <a:avLst/>
          </a:prstGeom>
          <a:noFill/>
        </p:spPr>
      </p:pic>
      <p:sp>
        <p:nvSpPr>
          <p:cNvPr id="4" name="Content Placeholder 3">
            <a:extLst>
              <a:ext uri="{FF2B5EF4-FFF2-40B4-BE49-F238E27FC236}">
                <a16:creationId xmlns:a16="http://schemas.microsoft.com/office/drawing/2014/main" id="{F34E9603-C4E0-A374-295F-2CDA5F20D94C}"/>
              </a:ext>
            </a:extLst>
          </p:cNvPr>
          <p:cNvSpPr>
            <a:spLocks noGrp="1"/>
          </p:cNvSpPr>
          <p:nvPr>
            <p:ph sz="quarter" idx="14"/>
          </p:nvPr>
        </p:nvSpPr>
        <p:spPr>
          <a:xfrm>
            <a:off x="6459795" y="2024780"/>
            <a:ext cx="4894006" cy="4137189"/>
          </a:xfrm>
          <a:noFill/>
        </p:spPr>
        <p:txBody>
          <a:bodyPr vert="horz" lIns="91440" tIns="45720" rIns="91440" bIns="45720" rtlCol="0" anchor="t">
            <a:normAutofit fontScale="92500" lnSpcReduction="20000"/>
          </a:bodyPr>
          <a:lstStyle/>
          <a:p>
            <a:pPr marL="285750" indent="-285750">
              <a:buFont typeface="Arial" panose="05000000000000000000" pitchFamily="2" charset="2"/>
              <a:buChar char="•"/>
            </a:pPr>
            <a:r>
              <a:rPr lang="en-US" dirty="0">
                <a:ea typeface="Calibri"/>
                <a:cs typeface="Calibri"/>
              </a:rPr>
              <a:t>Comparison Operators</a:t>
            </a:r>
          </a:p>
          <a:p>
            <a:pPr marL="285750" indent="-285750">
              <a:buFont typeface="Arial" panose="05000000000000000000" pitchFamily="2" charset="2"/>
              <a:buChar char="•"/>
            </a:pPr>
            <a:r>
              <a:rPr lang="en-US" dirty="0">
                <a:ea typeface="Calibri"/>
                <a:cs typeface="Calibri"/>
              </a:rPr>
              <a:t>Equal To Operator</a:t>
            </a:r>
          </a:p>
          <a:p>
            <a:r>
              <a:rPr lang="en-US" b="1" dirty="0">
                <a:ea typeface="+mn-lt"/>
                <a:cs typeface="+mn-lt"/>
              </a:rPr>
              <a:t>WHERE name = "Mario";</a:t>
            </a:r>
          </a:p>
          <a:p>
            <a:pPr marL="285750" indent="-285750">
              <a:buFont typeface="Arial" panose="05000000000000000000" pitchFamily="2" charset="2"/>
              <a:buChar char="•"/>
            </a:pPr>
            <a:r>
              <a:rPr lang="en-US" dirty="0">
                <a:ea typeface="Calibri"/>
                <a:cs typeface="Calibri"/>
              </a:rPr>
              <a:t>Not Equal To Operator</a:t>
            </a:r>
          </a:p>
          <a:p>
            <a:r>
              <a:rPr lang="en-US" b="1" dirty="0">
                <a:ea typeface="+mn-lt"/>
                <a:cs typeface="+mn-lt"/>
              </a:rPr>
              <a:t>WHERE category != "Mario";</a:t>
            </a:r>
          </a:p>
          <a:p>
            <a:pPr marL="285750" indent="-285750">
              <a:buFont typeface="Arial" panose="05000000000000000000" pitchFamily="2" charset="2"/>
              <a:buChar char="•"/>
            </a:pPr>
            <a:r>
              <a:rPr lang="en-US" dirty="0">
                <a:ea typeface="Calibri"/>
                <a:cs typeface="Calibri"/>
              </a:rPr>
              <a:t>Less Than Operator</a:t>
            </a:r>
          </a:p>
          <a:p>
            <a:r>
              <a:rPr lang="en-US" b="1" dirty="0">
                <a:ea typeface="+mn-lt"/>
                <a:cs typeface="+mn-lt"/>
              </a:rPr>
              <a:t>WHERE </a:t>
            </a:r>
            <a:r>
              <a:rPr lang="en-US" b="1" err="1">
                <a:ea typeface="+mn-lt"/>
                <a:cs typeface="+mn-lt"/>
              </a:rPr>
              <a:t>release_date</a:t>
            </a:r>
            <a:r>
              <a:rPr lang="en-US" b="1" dirty="0">
                <a:ea typeface="+mn-lt"/>
                <a:cs typeface="+mn-lt"/>
              </a:rPr>
              <a:t> &lt; "2020-01-01";</a:t>
            </a:r>
          </a:p>
          <a:p>
            <a:pPr marL="285750" indent="-285750">
              <a:buFont typeface="Arial" panose="05000000000000000000" pitchFamily="2" charset="2"/>
              <a:buChar char="•"/>
            </a:pPr>
            <a:r>
              <a:rPr lang="en-US" dirty="0">
                <a:ea typeface="Calibri"/>
                <a:cs typeface="Calibri"/>
              </a:rPr>
              <a:t>Greater Than Operator</a:t>
            </a:r>
          </a:p>
          <a:p>
            <a:r>
              <a:rPr lang="en-US" b="1" dirty="0">
                <a:ea typeface="+mn-lt"/>
                <a:cs typeface="+mn-lt"/>
              </a:rPr>
              <a:t>WHERE </a:t>
            </a:r>
            <a:r>
              <a:rPr lang="en-US" b="1" err="1">
                <a:ea typeface="+mn-lt"/>
                <a:cs typeface="+mn-lt"/>
              </a:rPr>
              <a:t>release_date</a:t>
            </a:r>
            <a:r>
              <a:rPr lang="en-US" b="1" dirty="0">
                <a:ea typeface="+mn-lt"/>
                <a:cs typeface="+mn-lt"/>
              </a:rPr>
              <a:t> &gt; "2020-01-01";</a:t>
            </a:r>
          </a:p>
          <a:p>
            <a:pPr marL="285750" indent="-285750">
              <a:buFont typeface="Arial" panose="05000000000000000000" pitchFamily="2" charset="2"/>
              <a:buChar char="•"/>
            </a:pPr>
            <a:r>
              <a:rPr lang="en-US" dirty="0">
                <a:ea typeface="Calibri"/>
                <a:cs typeface="Calibri"/>
              </a:rPr>
              <a:t>Less Than or Equal To and Greater Than or Equal To Operators</a:t>
            </a:r>
          </a:p>
          <a:p>
            <a:r>
              <a:rPr lang="en-US" b="1" dirty="0">
                <a:ea typeface="+mn-lt"/>
                <a:cs typeface="+mn-lt"/>
              </a:rPr>
              <a:t>WHERE </a:t>
            </a:r>
            <a:r>
              <a:rPr lang="en-US" b="1" dirty="0" err="1">
                <a:ea typeface="+mn-lt"/>
                <a:cs typeface="+mn-lt"/>
              </a:rPr>
              <a:t>release_date</a:t>
            </a:r>
            <a:r>
              <a:rPr lang="en-US" b="1" dirty="0">
                <a:ea typeface="+mn-lt"/>
                <a:cs typeface="+mn-lt"/>
              </a:rPr>
              <a:t> &lt;= "2019-01-01";</a:t>
            </a:r>
          </a:p>
          <a:p>
            <a:r>
              <a:rPr lang="en-US" b="1" dirty="0">
                <a:ea typeface="+mn-lt"/>
                <a:cs typeface="+mn-lt"/>
              </a:rPr>
              <a:t>WHERE </a:t>
            </a:r>
            <a:r>
              <a:rPr lang="en-US" b="1" dirty="0" err="1">
                <a:ea typeface="+mn-lt"/>
                <a:cs typeface="+mn-lt"/>
              </a:rPr>
              <a:t>release_date</a:t>
            </a:r>
            <a:r>
              <a:rPr lang="en-US" b="1" dirty="0">
                <a:ea typeface="+mn-lt"/>
                <a:cs typeface="+mn-lt"/>
              </a:rPr>
              <a:t> &gt;= "2021-01-01";</a:t>
            </a:r>
            <a:endParaRPr lang="en-US" b="1" dirty="0"/>
          </a:p>
          <a:p>
            <a:endParaRPr lang="en-US" b="1" dirty="0">
              <a:ea typeface="Calibri"/>
              <a:cs typeface="Calibri"/>
            </a:endParaRPr>
          </a:p>
        </p:txBody>
      </p:sp>
      <p:sp>
        <p:nvSpPr>
          <p:cNvPr id="5" name="Rectangle 4">
            <a:extLst>
              <a:ext uri="{FF2B5EF4-FFF2-40B4-BE49-F238E27FC236}">
                <a16:creationId xmlns:a16="http://schemas.microsoft.com/office/drawing/2014/main" id="{D95A6F94-2B38-3DB3-C5DA-0ABA45CE6FB3}"/>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576983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2EAFF-27B7-657B-40BC-3DDA31FC7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264EC-5FB1-DBCF-BEFF-B1152C50B92B}"/>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Functions</a:t>
            </a:r>
          </a:p>
        </p:txBody>
      </p:sp>
      <p:sp>
        <p:nvSpPr>
          <p:cNvPr id="3" name="Content Placeholder 2">
            <a:extLst>
              <a:ext uri="{FF2B5EF4-FFF2-40B4-BE49-F238E27FC236}">
                <a16:creationId xmlns:a16="http://schemas.microsoft.com/office/drawing/2014/main" id="{0BC1C8F4-11F7-7D3F-5918-5E1150687376}"/>
              </a:ext>
            </a:extLst>
          </p:cNvPr>
          <p:cNvSpPr>
            <a:spLocks noGrp="1"/>
          </p:cNvSpPr>
          <p:nvPr>
            <p:ph sz="quarter" idx="13"/>
          </p:nvPr>
        </p:nvSpPr>
        <p:spPr>
          <a:xfrm>
            <a:off x="6146090" y="2024779"/>
            <a:ext cx="5212079" cy="4137189"/>
          </a:xfrm>
          <a:noFill/>
        </p:spPr>
        <p:txBody>
          <a:bodyPr vert="horz" lIns="91440" tIns="45720" rIns="91440" bIns="45720" rtlCol="0" anchor="t">
            <a:normAutofit lnSpcReduction="10000"/>
          </a:bodyPr>
          <a:lstStyle/>
          <a:p>
            <a:r>
              <a:rPr lang="en-US" dirty="0" err="1">
                <a:ea typeface="Calibri"/>
                <a:cs typeface="Calibri"/>
              </a:rPr>
              <a:t>Game_info</a:t>
            </a:r>
            <a:endParaRPr lang="en-US" dirty="0">
              <a:ea typeface="Calibri"/>
              <a:cs typeface="Calibri"/>
            </a:endParaRPr>
          </a:p>
          <a:p>
            <a:r>
              <a:rPr lang="en-US" dirty="0">
                <a:ea typeface="Calibri"/>
                <a:cs typeface="Calibri"/>
              </a:rPr>
              <a:t>Mario is a type of platformer</a:t>
            </a:r>
          </a:p>
          <a:p>
            <a:r>
              <a:rPr lang="en-US" dirty="0">
                <a:ea typeface="Calibri"/>
                <a:cs typeface="Calibri"/>
              </a:rPr>
              <a:t>Zelda is a type of RPG</a:t>
            </a:r>
          </a:p>
          <a:p>
            <a:r>
              <a:rPr lang="en-US" dirty="0">
                <a:ea typeface="Calibri"/>
                <a:cs typeface="Calibri"/>
              </a:rPr>
              <a:t>Fortnite is a type of FPS</a:t>
            </a:r>
          </a:p>
          <a:p>
            <a:r>
              <a:rPr lang="en-US" dirty="0">
                <a:ea typeface="Calibri"/>
                <a:cs typeface="Calibri"/>
              </a:rPr>
              <a:t>Super Mario is a type of platformer</a:t>
            </a:r>
          </a:p>
          <a:p>
            <a:r>
              <a:rPr lang="en-US" dirty="0">
                <a:ea typeface="Calibri"/>
                <a:cs typeface="Calibri"/>
              </a:rPr>
              <a:t>Kirby is a type of platformer</a:t>
            </a:r>
          </a:p>
          <a:p>
            <a:r>
              <a:rPr lang="en-US" dirty="0">
                <a:ea typeface="Calibri"/>
                <a:cs typeface="Calibri"/>
              </a:rPr>
              <a:t>Kirby is a type of platformer</a:t>
            </a:r>
          </a:p>
          <a:p>
            <a:endParaRPr lang="en-US" dirty="0">
              <a:ea typeface="Calibri"/>
              <a:cs typeface="Calibri"/>
            </a:endParaRPr>
          </a:p>
          <a:p>
            <a:r>
              <a:rPr lang="en-US" dirty="0">
                <a:ea typeface="Calibri"/>
                <a:cs typeface="Calibri"/>
              </a:rPr>
              <a:t>description  game</a:t>
            </a:r>
          </a:p>
          <a:p>
            <a:r>
              <a:rPr lang="en-US" dirty="0">
                <a:ea typeface="Calibri"/>
                <a:cs typeface="Calibri"/>
              </a:rPr>
              <a:t>Platformer  Mario, Super Mario, Kirby, Kirby</a:t>
            </a:r>
          </a:p>
          <a:p>
            <a:r>
              <a:rPr lang="en-US" dirty="0">
                <a:ea typeface="Calibri"/>
                <a:cs typeface="Calibri"/>
              </a:rPr>
              <a:t>RPG     Zelda</a:t>
            </a:r>
          </a:p>
          <a:p>
            <a:r>
              <a:rPr lang="en-US" dirty="0">
                <a:ea typeface="Calibri"/>
                <a:cs typeface="Calibri"/>
              </a:rPr>
              <a:t>FPS     Fortnite</a:t>
            </a:r>
          </a:p>
        </p:txBody>
      </p:sp>
      <p:sp>
        <p:nvSpPr>
          <p:cNvPr id="4" name="Content Placeholder 3">
            <a:extLst>
              <a:ext uri="{FF2B5EF4-FFF2-40B4-BE49-F238E27FC236}">
                <a16:creationId xmlns:a16="http://schemas.microsoft.com/office/drawing/2014/main" id="{A27846EC-D522-DCFF-ED02-359D708AD042}"/>
              </a:ext>
            </a:extLst>
          </p:cNvPr>
          <p:cNvSpPr>
            <a:spLocks noGrp="1"/>
          </p:cNvSpPr>
          <p:nvPr>
            <p:ph sz="quarter" idx="14"/>
          </p:nvPr>
        </p:nvSpPr>
        <p:spPr>
          <a:xfrm>
            <a:off x="838247" y="2024780"/>
            <a:ext cx="4894006" cy="4137189"/>
          </a:xfrm>
          <a:noFill/>
        </p:spPr>
        <p:txBody>
          <a:bodyPr vert="horz" lIns="91440" tIns="45720" rIns="91440" bIns="45720" rtlCol="0" anchor="t">
            <a:normAutofit fontScale="92500" lnSpcReduction="10000"/>
          </a:bodyPr>
          <a:lstStyle/>
          <a:p>
            <a:pPr marL="285750" indent="-285750">
              <a:buFont typeface="Arial" panose="05000000000000000000" pitchFamily="2" charset="2"/>
              <a:buChar char="•"/>
            </a:pPr>
            <a:r>
              <a:rPr lang="en-US" dirty="0">
                <a:ea typeface="Calibri"/>
                <a:cs typeface="Calibri"/>
              </a:rPr>
              <a:t>String Functions</a:t>
            </a:r>
          </a:p>
          <a:p>
            <a:pPr marL="285750" lvl="1">
              <a:buFont typeface="Courier New" panose="05000000000000000000" pitchFamily="2" charset="2"/>
              <a:buChar char="o"/>
            </a:pPr>
            <a:r>
              <a:rPr lang="en-US" dirty="0">
                <a:ea typeface="Calibri"/>
                <a:cs typeface="Calibri"/>
              </a:rPr>
              <a:t>CONCAT() Function</a:t>
            </a:r>
          </a:p>
          <a:p>
            <a:pPr marL="742950" lvl="2"/>
            <a:r>
              <a:rPr lang="en-US" dirty="0">
                <a:ea typeface="Calibri"/>
                <a:cs typeface="Calibri"/>
              </a:rPr>
              <a:t>Adds two or more strings together</a:t>
            </a:r>
          </a:p>
          <a:p>
            <a:r>
              <a:rPr lang="en-US" b="1" dirty="0" err="1">
                <a:ea typeface="+mn-lt"/>
                <a:cs typeface="+mn-lt"/>
              </a:rPr>
              <a:t>mysql</a:t>
            </a:r>
            <a:r>
              <a:rPr lang="en-US" b="1" dirty="0">
                <a:ea typeface="+mn-lt"/>
                <a:cs typeface="+mn-lt"/>
              </a:rPr>
              <a:t>&gt; SELECT CONCAT(name, " is a type of ", description, " game.") AS </a:t>
            </a:r>
            <a:r>
              <a:rPr lang="en-US" b="1" dirty="0" err="1">
                <a:ea typeface="+mn-lt"/>
                <a:cs typeface="+mn-lt"/>
              </a:rPr>
              <a:t>game_info</a:t>
            </a:r>
            <a:r>
              <a:rPr lang="en-US" b="1" dirty="0">
                <a:ea typeface="+mn-lt"/>
                <a:cs typeface="+mn-lt"/>
              </a:rPr>
              <a:t> FROM games;</a:t>
            </a:r>
          </a:p>
          <a:p>
            <a:pPr marL="285750" lvl="1">
              <a:buFont typeface="Courier New" panose="05000000000000000000" pitchFamily="2" charset="2"/>
              <a:buChar char="o"/>
            </a:pPr>
            <a:r>
              <a:rPr lang="en-US" dirty="0" err="1">
                <a:ea typeface="Calibri"/>
                <a:cs typeface="Calibri"/>
              </a:rPr>
              <a:t>Group_CONCAT</a:t>
            </a:r>
            <a:r>
              <a:rPr lang="en-US" dirty="0">
                <a:ea typeface="Calibri"/>
                <a:cs typeface="Calibri"/>
              </a:rPr>
              <a:t>() Function</a:t>
            </a:r>
          </a:p>
          <a:p>
            <a:pPr marL="742950" lvl="2"/>
            <a:r>
              <a:rPr lang="en-US" dirty="0">
                <a:ea typeface="Calibri"/>
                <a:cs typeface="Calibri"/>
              </a:rPr>
              <a:t>concatenates data from </a:t>
            </a:r>
            <a:r>
              <a:rPr lang="en-US" err="1">
                <a:ea typeface="Calibri"/>
                <a:cs typeface="Calibri"/>
              </a:rPr>
              <a:t>muliple</a:t>
            </a:r>
            <a:r>
              <a:rPr lang="en-US" dirty="0">
                <a:ea typeface="Calibri"/>
                <a:cs typeface="Calibri"/>
              </a:rPr>
              <a:t> rows</a:t>
            </a:r>
          </a:p>
          <a:p>
            <a:r>
              <a:rPr lang="en-US" b="1" dirty="0" err="1">
                <a:ea typeface="+mn-lt"/>
                <a:cs typeface="+mn-lt"/>
              </a:rPr>
              <a:t>mysql</a:t>
            </a:r>
            <a:r>
              <a:rPr lang="en-US" b="1" dirty="0">
                <a:ea typeface="+mn-lt"/>
                <a:cs typeface="+mn-lt"/>
              </a:rPr>
              <a:t>&gt; SELECT category, GROUP_CONCAT(name SEPARATOR ", ") AS games</a:t>
            </a:r>
            <a:endParaRPr lang="en-US" b="1" dirty="0">
              <a:ea typeface="Calibri"/>
              <a:cs typeface="Calibri"/>
            </a:endParaRPr>
          </a:p>
          <a:p>
            <a:r>
              <a:rPr lang="en-US" b="1" dirty="0">
                <a:ea typeface="+mn-lt"/>
                <a:cs typeface="+mn-lt"/>
              </a:rPr>
              <a:t>    FROM games</a:t>
            </a:r>
            <a:endParaRPr lang="en-US" b="1" dirty="0">
              <a:ea typeface="Calibri"/>
              <a:cs typeface="Calibri"/>
            </a:endParaRPr>
          </a:p>
          <a:p>
            <a:r>
              <a:rPr lang="en-US" b="1" dirty="0">
                <a:ea typeface="+mn-lt"/>
                <a:cs typeface="+mn-lt"/>
              </a:rPr>
              <a:t>    GROUP BY category;</a:t>
            </a:r>
            <a:endParaRPr lang="en-US" b="1" dirty="0">
              <a:ea typeface="Calibri"/>
              <a:cs typeface="Calibri"/>
            </a:endParaRPr>
          </a:p>
          <a:p>
            <a:endParaRPr lang="en-US" b="1" dirty="0">
              <a:ea typeface="Calibri"/>
              <a:cs typeface="Calibri"/>
            </a:endParaRPr>
          </a:p>
        </p:txBody>
      </p:sp>
      <p:sp>
        <p:nvSpPr>
          <p:cNvPr id="5" name="Rectangle 4">
            <a:extLst>
              <a:ext uri="{FF2B5EF4-FFF2-40B4-BE49-F238E27FC236}">
                <a16:creationId xmlns:a16="http://schemas.microsoft.com/office/drawing/2014/main" id="{1C789D4C-6892-30D7-92B0-7E034E23AEA2}"/>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340972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46B4F-9367-2898-EA8D-028DD7014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8B595-36AB-4AF7-A63B-5457B2D70E2F}"/>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Functions</a:t>
            </a:r>
          </a:p>
        </p:txBody>
      </p:sp>
      <p:sp>
        <p:nvSpPr>
          <p:cNvPr id="3" name="Content Placeholder 2">
            <a:extLst>
              <a:ext uri="{FF2B5EF4-FFF2-40B4-BE49-F238E27FC236}">
                <a16:creationId xmlns:a16="http://schemas.microsoft.com/office/drawing/2014/main" id="{6A31FFB1-B8E3-8C15-D424-63941B62A7B8}"/>
              </a:ext>
            </a:extLst>
          </p:cNvPr>
          <p:cNvSpPr>
            <a:spLocks noGrp="1"/>
          </p:cNvSpPr>
          <p:nvPr>
            <p:ph sz="quarter" idx="13"/>
          </p:nvPr>
        </p:nvSpPr>
        <p:spPr>
          <a:xfrm>
            <a:off x="783335" y="2024779"/>
            <a:ext cx="5212079" cy="4137189"/>
          </a:xfrm>
          <a:noFill/>
        </p:spPr>
        <p:txBody>
          <a:bodyPr vert="horz" lIns="91440" tIns="45720" rIns="91440" bIns="45720" rtlCol="0" anchor="t">
            <a:normAutofit fontScale="85000" lnSpcReduction="20000"/>
          </a:bodyPr>
          <a:lstStyle/>
          <a:p>
            <a:r>
              <a:rPr lang="en-US" dirty="0" err="1">
                <a:ea typeface="Calibri"/>
                <a:cs typeface="Calibri"/>
              </a:rPr>
              <a:t>Release_date</a:t>
            </a:r>
            <a:endParaRPr lang="en-US" dirty="0">
              <a:ea typeface="Calibri"/>
              <a:cs typeface="Calibri"/>
            </a:endParaRPr>
          </a:p>
          <a:p>
            <a:r>
              <a:rPr lang="en-US" dirty="0">
                <a:ea typeface="Calibri"/>
                <a:cs typeface="Calibri"/>
              </a:rPr>
              <a:t>1986-2-21</a:t>
            </a:r>
          </a:p>
          <a:p>
            <a:r>
              <a:rPr lang="en-US" dirty="0">
                <a:ea typeface="Calibri"/>
                <a:cs typeface="Calibri"/>
              </a:rPr>
              <a:t>2017-7-25</a:t>
            </a:r>
            <a:endParaRPr lang="en-US" dirty="0"/>
          </a:p>
          <a:p>
            <a:r>
              <a:rPr lang="en-US" dirty="0">
                <a:ea typeface="Calibri"/>
                <a:cs typeface="Calibri"/>
              </a:rPr>
              <a:t>2006-5-15</a:t>
            </a:r>
          </a:p>
          <a:p>
            <a:r>
              <a:rPr lang="en-US" dirty="0">
                <a:ea typeface="Calibri"/>
                <a:cs typeface="Calibri"/>
              </a:rPr>
              <a:t>1992-4-27</a:t>
            </a:r>
          </a:p>
          <a:p>
            <a:r>
              <a:rPr lang="en-US" dirty="0">
                <a:ea typeface="Calibri"/>
                <a:cs typeface="Calibri"/>
              </a:rPr>
              <a:t>1992-4-27</a:t>
            </a:r>
          </a:p>
          <a:p>
            <a:endParaRPr lang="en-US" dirty="0">
              <a:ea typeface="Calibri"/>
              <a:cs typeface="Calibri"/>
            </a:endParaRPr>
          </a:p>
          <a:p>
            <a:r>
              <a:rPr lang="en-US" dirty="0" err="1">
                <a:ea typeface="Calibri"/>
                <a:cs typeface="Calibri"/>
              </a:rPr>
              <a:t>name_length</a:t>
            </a:r>
            <a:endParaRPr lang="en-US" dirty="0">
              <a:ea typeface="Calibri"/>
              <a:cs typeface="Calibri"/>
            </a:endParaRPr>
          </a:p>
          <a:p>
            <a:r>
              <a:rPr lang="en-US" dirty="0">
                <a:ea typeface="Calibri"/>
                <a:cs typeface="Calibri"/>
              </a:rPr>
              <a:t>5</a:t>
            </a:r>
          </a:p>
          <a:p>
            <a:r>
              <a:rPr lang="en-US" dirty="0">
                <a:ea typeface="Calibri"/>
                <a:cs typeface="Calibri"/>
              </a:rPr>
              <a:t>5</a:t>
            </a:r>
          </a:p>
          <a:p>
            <a:r>
              <a:rPr lang="en-US" dirty="0">
                <a:ea typeface="Calibri"/>
                <a:cs typeface="Calibri"/>
              </a:rPr>
              <a:t>8</a:t>
            </a:r>
          </a:p>
          <a:p>
            <a:r>
              <a:rPr lang="en-US" dirty="0">
                <a:ea typeface="Calibri"/>
                <a:cs typeface="Calibri"/>
              </a:rPr>
              <a:t>11</a:t>
            </a:r>
          </a:p>
          <a:p>
            <a:r>
              <a:rPr lang="en-US" dirty="0">
                <a:ea typeface="Calibri"/>
                <a:cs typeface="Calibri"/>
              </a:rPr>
              <a:t>5</a:t>
            </a:r>
          </a:p>
          <a:p>
            <a:r>
              <a:rPr lang="en-US" dirty="0">
                <a:ea typeface="Calibri"/>
                <a:cs typeface="Calibri"/>
              </a:rPr>
              <a:t>5</a:t>
            </a:r>
          </a:p>
        </p:txBody>
      </p:sp>
      <p:sp>
        <p:nvSpPr>
          <p:cNvPr id="4" name="Content Placeholder 3">
            <a:extLst>
              <a:ext uri="{FF2B5EF4-FFF2-40B4-BE49-F238E27FC236}">
                <a16:creationId xmlns:a16="http://schemas.microsoft.com/office/drawing/2014/main" id="{2B910F7D-5A67-2245-D405-47D97DE50CC5}"/>
              </a:ext>
            </a:extLst>
          </p:cNvPr>
          <p:cNvSpPr>
            <a:spLocks noGrp="1"/>
          </p:cNvSpPr>
          <p:nvPr>
            <p:ph sz="quarter" idx="14"/>
          </p:nvPr>
        </p:nvSpPr>
        <p:spPr>
          <a:xfrm>
            <a:off x="6459795" y="2024780"/>
            <a:ext cx="4894006" cy="4137189"/>
          </a:xfrm>
          <a:noFill/>
        </p:spPr>
        <p:txBody>
          <a:bodyPr vert="horz" lIns="91440" tIns="45720" rIns="91440" bIns="45720" rtlCol="0" anchor="t">
            <a:normAutofit/>
          </a:bodyPr>
          <a:lstStyle/>
          <a:p>
            <a:pPr marL="285750" lvl="1">
              <a:buFont typeface="Courier New" panose="05000000000000000000" pitchFamily="2" charset="2"/>
              <a:buChar char="o"/>
            </a:pPr>
            <a:r>
              <a:rPr lang="en-US" dirty="0">
                <a:ea typeface="Calibri"/>
                <a:cs typeface="Calibri"/>
              </a:rPr>
              <a:t>SUBSTRING() FUNCTION</a:t>
            </a:r>
          </a:p>
          <a:p>
            <a:pPr marL="742950" lvl="2"/>
            <a:r>
              <a:rPr lang="en-US" dirty="0">
                <a:ea typeface="Calibri"/>
                <a:cs typeface="Calibri"/>
              </a:rPr>
              <a:t>Retrieve a substring and output anything with that substring</a:t>
            </a:r>
          </a:p>
          <a:p>
            <a:r>
              <a:rPr lang="en-US" b="1" dirty="0" err="1">
                <a:ea typeface="+mn-lt"/>
                <a:cs typeface="+mn-lt"/>
              </a:rPr>
              <a:t>mysql</a:t>
            </a:r>
            <a:r>
              <a:rPr lang="en-US" b="1" dirty="0">
                <a:ea typeface="+mn-lt"/>
                <a:cs typeface="+mn-lt"/>
              </a:rPr>
              <a:t>&gt; SELECT SUBSTRING(</a:t>
            </a:r>
            <a:r>
              <a:rPr lang="en-US" b="1" dirty="0" err="1">
                <a:ea typeface="+mn-lt"/>
                <a:cs typeface="+mn-lt"/>
              </a:rPr>
              <a:t>release_date</a:t>
            </a:r>
            <a:r>
              <a:rPr lang="en-US" b="1" dirty="0">
                <a:ea typeface="+mn-lt"/>
                <a:cs typeface="+mn-lt"/>
              </a:rPr>
              <a:t>, 2, 4) AS </a:t>
            </a:r>
            <a:r>
              <a:rPr lang="en-US" b="1" dirty="0" err="1">
                <a:ea typeface="+mn-lt"/>
                <a:cs typeface="+mn-lt"/>
              </a:rPr>
              <a:t>release_year</a:t>
            </a:r>
            <a:r>
              <a:rPr lang="en-US" b="1" dirty="0">
                <a:ea typeface="+mn-lt"/>
                <a:cs typeface="+mn-lt"/>
              </a:rPr>
              <a:t> FROM games;</a:t>
            </a:r>
          </a:p>
          <a:p>
            <a:pPr marL="285750" lvl="1">
              <a:buFont typeface="Courier New" panose="05000000000000000000" pitchFamily="2" charset="2"/>
              <a:buChar char="o"/>
            </a:pPr>
            <a:r>
              <a:rPr lang="en-US" dirty="0">
                <a:ea typeface="Calibri"/>
                <a:cs typeface="Calibri"/>
              </a:rPr>
              <a:t>LENGTH() Function</a:t>
            </a:r>
          </a:p>
          <a:p>
            <a:pPr marL="742950" lvl="2"/>
            <a:r>
              <a:rPr lang="en-US" dirty="0">
                <a:ea typeface="Calibri"/>
                <a:cs typeface="Calibri"/>
              </a:rPr>
              <a:t>Returns the number of character in a string (includes spaces and punctuation)</a:t>
            </a:r>
          </a:p>
          <a:p>
            <a:r>
              <a:rPr lang="en-US" b="1" dirty="0" err="1">
                <a:ea typeface="+mn-lt"/>
                <a:cs typeface="+mn-lt"/>
              </a:rPr>
              <a:t>mysql</a:t>
            </a:r>
            <a:r>
              <a:rPr lang="en-US" b="1" dirty="0">
                <a:ea typeface="+mn-lt"/>
                <a:cs typeface="+mn-lt"/>
              </a:rPr>
              <a:t>&gt; SELECT LENGTH(name) AS </a:t>
            </a:r>
            <a:r>
              <a:rPr lang="en-US" b="1" dirty="0" err="1">
                <a:ea typeface="+mn-lt"/>
                <a:cs typeface="+mn-lt"/>
              </a:rPr>
              <a:t>name_length</a:t>
            </a:r>
            <a:r>
              <a:rPr lang="en-US" b="1" dirty="0">
                <a:ea typeface="+mn-lt"/>
                <a:cs typeface="+mn-lt"/>
              </a:rPr>
              <a:t> FROM games;</a:t>
            </a:r>
            <a:endParaRPr lang="en-US" b="1" dirty="0"/>
          </a:p>
        </p:txBody>
      </p:sp>
      <p:sp>
        <p:nvSpPr>
          <p:cNvPr id="5" name="Rectangle 4">
            <a:extLst>
              <a:ext uri="{FF2B5EF4-FFF2-40B4-BE49-F238E27FC236}">
                <a16:creationId xmlns:a16="http://schemas.microsoft.com/office/drawing/2014/main" id="{BE240E52-55DF-AF14-B0B0-A96E405BD00F}"/>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461622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12961-5852-0C37-2BA1-0FB13841B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975FC-FF8B-D66F-4D9F-7C25E50B3533}"/>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FUNCTIONS</a:t>
            </a:r>
          </a:p>
        </p:txBody>
      </p:sp>
      <p:sp>
        <p:nvSpPr>
          <p:cNvPr id="3" name="Content Placeholder 2">
            <a:extLst>
              <a:ext uri="{FF2B5EF4-FFF2-40B4-BE49-F238E27FC236}">
                <a16:creationId xmlns:a16="http://schemas.microsoft.com/office/drawing/2014/main" id="{3D5C33E2-9A44-7698-8AD9-742DB9FE58BB}"/>
              </a:ext>
            </a:extLst>
          </p:cNvPr>
          <p:cNvSpPr>
            <a:spLocks noGrp="1"/>
          </p:cNvSpPr>
          <p:nvPr>
            <p:ph sz="quarter" idx="13"/>
          </p:nvPr>
        </p:nvSpPr>
        <p:spPr>
          <a:xfrm>
            <a:off x="6146090" y="2024779"/>
            <a:ext cx="5212079" cy="4137189"/>
          </a:xfrm>
          <a:noFill/>
        </p:spPr>
        <p:txBody>
          <a:bodyPr vert="horz" lIns="91440" tIns="45720" rIns="91440" bIns="45720" rtlCol="0" anchor="t">
            <a:normAutofit/>
          </a:bodyPr>
          <a:lstStyle/>
          <a:p>
            <a:pPr indent="0">
              <a:buNone/>
            </a:pPr>
            <a:r>
              <a:rPr lang="en-US" sz="1500" dirty="0" err="1">
                <a:ea typeface="Calibri"/>
                <a:cs typeface="Calibri"/>
              </a:rPr>
              <a:t>total_games</a:t>
            </a:r>
            <a:endParaRPr lang="en-US" sz="1500" dirty="0">
              <a:ea typeface="Calibri"/>
              <a:cs typeface="Calibri"/>
            </a:endParaRPr>
          </a:p>
          <a:p>
            <a:r>
              <a:rPr lang="en-US" sz="1500" dirty="0">
                <a:ea typeface="Calibri"/>
                <a:cs typeface="Calibri"/>
              </a:rPr>
              <a:t>6</a:t>
            </a:r>
          </a:p>
          <a:p>
            <a:endParaRPr lang="en-US" sz="1500" dirty="0">
              <a:ea typeface="Calibri"/>
              <a:cs typeface="Calibri"/>
            </a:endParaRPr>
          </a:p>
          <a:p>
            <a:r>
              <a:rPr lang="en-US" sz="1500" dirty="0" err="1">
                <a:ea typeface="Calibri"/>
                <a:cs typeface="Calibri"/>
              </a:rPr>
              <a:t>total_price</a:t>
            </a:r>
            <a:endParaRPr lang="en-US" sz="1500" dirty="0">
              <a:ea typeface="Calibri"/>
              <a:cs typeface="Calibri"/>
            </a:endParaRPr>
          </a:p>
          <a:p>
            <a:r>
              <a:rPr lang="en-US" sz="1500" dirty="0">
                <a:ea typeface="Calibri"/>
                <a:cs typeface="Calibri"/>
              </a:rPr>
              <a:t>90</a:t>
            </a:r>
          </a:p>
        </p:txBody>
      </p:sp>
      <p:sp>
        <p:nvSpPr>
          <p:cNvPr id="4" name="Content Placeholder 3">
            <a:extLst>
              <a:ext uri="{FF2B5EF4-FFF2-40B4-BE49-F238E27FC236}">
                <a16:creationId xmlns:a16="http://schemas.microsoft.com/office/drawing/2014/main" id="{910836E9-EBEE-7FA8-0D7C-C18314A24819}"/>
              </a:ext>
            </a:extLst>
          </p:cNvPr>
          <p:cNvSpPr>
            <a:spLocks noGrp="1"/>
          </p:cNvSpPr>
          <p:nvPr>
            <p:ph sz="quarter" idx="14"/>
          </p:nvPr>
        </p:nvSpPr>
        <p:spPr>
          <a:xfrm>
            <a:off x="838248" y="2024780"/>
            <a:ext cx="4894006" cy="4137189"/>
          </a:xfrm>
          <a:noFill/>
        </p:spPr>
        <p:txBody>
          <a:bodyPr vert="horz" lIns="91440" tIns="45720" rIns="91440" bIns="45720" rtlCol="0" anchor="t">
            <a:normAutofit/>
          </a:bodyPr>
          <a:lstStyle/>
          <a:p>
            <a:pPr marL="285750" indent="-285750">
              <a:buFont typeface="Arial" panose="05000000000000000000" pitchFamily="2" charset="2"/>
              <a:buChar char="•"/>
            </a:pPr>
            <a:r>
              <a:rPr lang="en-US" dirty="0">
                <a:ea typeface="Calibri"/>
                <a:cs typeface="Calibri"/>
              </a:rPr>
              <a:t>Aggregate Functions</a:t>
            </a:r>
          </a:p>
          <a:p>
            <a:pPr marL="742950" lvl="2"/>
            <a:r>
              <a:rPr lang="en-US" dirty="0">
                <a:ea typeface="Calibri"/>
                <a:cs typeface="Calibri"/>
              </a:rPr>
              <a:t>Value of multiple rows with one criteria</a:t>
            </a:r>
          </a:p>
          <a:p>
            <a:pPr marL="285750" lvl="1">
              <a:buFont typeface="Courier New" panose="05000000000000000000" pitchFamily="2" charset="2"/>
              <a:buChar char="o"/>
            </a:pPr>
            <a:r>
              <a:rPr lang="en-US" dirty="0">
                <a:ea typeface="Calibri"/>
                <a:cs typeface="Calibri"/>
              </a:rPr>
              <a:t>COUNT() Function</a:t>
            </a:r>
          </a:p>
          <a:p>
            <a:r>
              <a:rPr lang="en-US" b="1" err="1">
                <a:ea typeface="+mn-lt"/>
                <a:cs typeface="+mn-lt"/>
              </a:rPr>
              <a:t>mysql</a:t>
            </a:r>
            <a:r>
              <a:rPr lang="en-US" b="1" dirty="0">
                <a:ea typeface="+mn-lt"/>
                <a:cs typeface="+mn-lt"/>
              </a:rPr>
              <a:t>&gt; SELECT COUNT(*) AS </a:t>
            </a:r>
            <a:r>
              <a:rPr lang="en-US" b="1" err="1">
                <a:ea typeface="+mn-lt"/>
                <a:cs typeface="+mn-lt"/>
              </a:rPr>
              <a:t>total_games</a:t>
            </a:r>
            <a:r>
              <a:rPr lang="en-US" b="1" dirty="0">
                <a:ea typeface="+mn-lt"/>
                <a:cs typeface="+mn-lt"/>
              </a:rPr>
              <a:t> FROM games;</a:t>
            </a:r>
          </a:p>
          <a:p>
            <a:pPr marL="285750" lvl="1">
              <a:buFont typeface="Courier New" panose="05000000000000000000" pitchFamily="2" charset="2"/>
              <a:buChar char="o"/>
            </a:pPr>
            <a:r>
              <a:rPr lang="en-US" dirty="0">
                <a:ea typeface="Calibri"/>
                <a:cs typeface="Calibri"/>
              </a:rPr>
              <a:t>SUM() Function</a:t>
            </a:r>
          </a:p>
          <a:p>
            <a:r>
              <a:rPr lang="en-US" b="1" dirty="0" err="1">
                <a:ea typeface="+mn-lt"/>
                <a:cs typeface="+mn-lt"/>
              </a:rPr>
              <a:t>mysql</a:t>
            </a:r>
            <a:r>
              <a:rPr lang="en-US" b="1" dirty="0">
                <a:ea typeface="+mn-lt"/>
                <a:cs typeface="+mn-lt"/>
              </a:rPr>
              <a:t>&gt; SELECT SUM(price) AS </a:t>
            </a:r>
            <a:r>
              <a:rPr lang="en-US" b="1" dirty="0" err="1">
                <a:ea typeface="+mn-lt"/>
                <a:cs typeface="+mn-lt"/>
              </a:rPr>
              <a:t>total_price</a:t>
            </a:r>
            <a:r>
              <a:rPr lang="en-US" b="1" dirty="0">
                <a:ea typeface="+mn-lt"/>
                <a:cs typeface="+mn-lt"/>
              </a:rPr>
              <a:t> FROM games;</a:t>
            </a:r>
            <a:endParaRPr lang="en-US" b="1" dirty="0"/>
          </a:p>
        </p:txBody>
      </p:sp>
      <p:sp>
        <p:nvSpPr>
          <p:cNvPr id="5" name="Rectangle 4">
            <a:extLst>
              <a:ext uri="{FF2B5EF4-FFF2-40B4-BE49-F238E27FC236}">
                <a16:creationId xmlns:a16="http://schemas.microsoft.com/office/drawing/2014/main" id="{782BE18F-C485-2312-BC6E-8D2811F7BE49}"/>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681744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F3C3A-AF55-A5A9-3865-2638BE9F1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80AC4-7144-1522-8132-DBF3726795CB}"/>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Functions</a:t>
            </a:r>
          </a:p>
        </p:txBody>
      </p:sp>
      <p:sp>
        <p:nvSpPr>
          <p:cNvPr id="3" name="Content Placeholder 2">
            <a:extLst>
              <a:ext uri="{FF2B5EF4-FFF2-40B4-BE49-F238E27FC236}">
                <a16:creationId xmlns:a16="http://schemas.microsoft.com/office/drawing/2014/main" id="{E6305E68-60A6-2334-8BDC-391B3A057F25}"/>
              </a:ext>
            </a:extLst>
          </p:cNvPr>
          <p:cNvSpPr>
            <a:spLocks noGrp="1"/>
          </p:cNvSpPr>
          <p:nvPr>
            <p:ph sz="quarter" idx="13"/>
          </p:nvPr>
        </p:nvSpPr>
        <p:spPr>
          <a:xfrm>
            <a:off x="783335" y="2024779"/>
            <a:ext cx="5212079" cy="4137189"/>
          </a:xfrm>
          <a:noFill/>
        </p:spPr>
        <p:txBody>
          <a:bodyPr vert="horz" lIns="91440" tIns="45720" rIns="91440" bIns="45720" rtlCol="0" anchor="t">
            <a:normAutofit/>
          </a:bodyPr>
          <a:lstStyle/>
          <a:p>
            <a:r>
              <a:rPr lang="en-US" sz="1400" dirty="0" err="1">
                <a:ea typeface="Calibri"/>
                <a:cs typeface="Calibri"/>
              </a:rPr>
              <a:t>latest_game</a:t>
            </a:r>
            <a:endParaRPr lang="en-US" sz="1400" dirty="0">
              <a:ea typeface="Calibri"/>
              <a:cs typeface="Calibri"/>
            </a:endParaRPr>
          </a:p>
          <a:p>
            <a:r>
              <a:rPr lang="en-US" sz="1400" dirty="0">
                <a:ea typeface="Calibri"/>
                <a:cs typeface="Calibri"/>
              </a:rPr>
              <a:t>2017-7-25</a:t>
            </a:r>
          </a:p>
          <a:p>
            <a:pPr indent="0">
              <a:buNone/>
            </a:pPr>
            <a:endParaRPr lang="en-US" sz="1400" dirty="0">
              <a:ea typeface="Calibri"/>
              <a:cs typeface="Calibri"/>
            </a:endParaRPr>
          </a:p>
          <a:p>
            <a:endParaRPr lang="en-US" sz="1400" dirty="0">
              <a:ea typeface="Calibri"/>
              <a:cs typeface="Calibri"/>
            </a:endParaRPr>
          </a:p>
          <a:p>
            <a:endParaRPr lang="en-US" sz="1400" dirty="0">
              <a:ea typeface="Calibri"/>
              <a:cs typeface="Calibri"/>
            </a:endParaRPr>
          </a:p>
          <a:p>
            <a:r>
              <a:rPr lang="en-US" sz="1400" dirty="0" err="1">
                <a:ea typeface="Calibri"/>
                <a:cs typeface="Calibri"/>
              </a:rPr>
              <a:t>earliest_game</a:t>
            </a:r>
            <a:endParaRPr lang="en-US" sz="1400" dirty="0">
              <a:ea typeface="Calibri"/>
              <a:cs typeface="Calibri"/>
            </a:endParaRPr>
          </a:p>
          <a:p>
            <a:r>
              <a:rPr lang="en-US" sz="1400" dirty="0">
                <a:ea typeface="Calibri"/>
                <a:cs typeface="Calibri"/>
              </a:rPr>
              <a:t>1985-9-13</a:t>
            </a:r>
          </a:p>
        </p:txBody>
      </p:sp>
      <p:sp>
        <p:nvSpPr>
          <p:cNvPr id="4" name="Content Placeholder 3">
            <a:extLst>
              <a:ext uri="{FF2B5EF4-FFF2-40B4-BE49-F238E27FC236}">
                <a16:creationId xmlns:a16="http://schemas.microsoft.com/office/drawing/2014/main" id="{ABFFC229-506C-8D1C-F38D-9F8F7ECB1FC8}"/>
              </a:ext>
            </a:extLst>
          </p:cNvPr>
          <p:cNvSpPr>
            <a:spLocks noGrp="1"/>
          </p:cNvSpPr>
          <p:nvPr>
            <p:ph sz="quarter" idx="14"/>
          </p:nvPr>
        </p:nvSpPr>
        <p:spPr>
          <a:xfrm>
            <a:off x="6459795" y="2024780"/>
            <a:ext cx="4894006" cy="4137189"/>
          </a:xfrm>
          <a:noFill/>
        </p:spPr>
        <p:txBody>
          <a:bodyPr vert="horz" lIns="91440" tIns="45720" rIns="91440" bIns="45720" rtlCol="0" anchor="t">
            <a:normAutofit/>
          </a:bodyPr>
          <a:lstStyle/>
          <a:p>
            <a:pPr marL="285750" lvl="1">
              <a:buFont typeface="Courier New" panose="05000000000000000000" pitchFamily="2" charset="2"/>
              <a:buChar char="o"/>
            </a:pPr>
            <a:r>
              <a:rPr lang="en-US" dirty="0">
                <a:ea typeface="Calibri"/>
                <a:cs typeface="Calibri"/>
              </a:rPr>
              <a:t>MAX() Function</a:t>
            </a:r>
          </a:p>
          <a:p>
            <a:r>
              <a:rPr lang="en-US" b="1" dirty="0" err="1">
                <a:ea typeface="+mn-lt"/>
                <a:cs typeface="+mn-lt"/>
              </a:rPr>
              <a:t>mysql</a:t>
            </a:r>
            <a:r>
              <a:rPr lang="en-US" b="1" dirty="0">
                <a:ea typeface="+mn-lt"/>
                <a:cs typeface="+mn-lt"/>
              </a:rPr>
              <a:t>&gt; SELECT MAX(</a:t>
            </a:r>
            <a:r>
              <a:rPr lang="en-US" b="1" dirty="0" err="1">
                <a:ea typeface="+mn-lt"/>
                <a:cs typeface="+mn-lt"/>
              </a:rPr>
              <a:t>release_date</a:t>
            </a:r>
            <a:r>
              <a:rPr lang="en-US" b="1" dirty="0">
                <a:ea typeface="+mn-lt"/>
                <a:cs typeface="+mn-lt"/>
              </a:rPr>
              <a:t>) AS </a:t>
            </a:r>
            <a:r>
              <a:rPr lang="en-US" b="1" dirty="0" err="1">
                <a:ea typeface="+mn-lt"/>
                <a:cs typeface="+mn-lt"/>
              </a:rPr>
              <a:t>latest_game</a:t>
            </a:r>
            <a:r>
              <a:rPr lang="en-US" b="1" dirty="0">
                <a:ea typeface="+mn-lt"/>
                <a:cs typeface="+mn-lt"/>
              </a:rPr>
              <a:t> FROM games;</a:t>
            </a:r>
          </a:p>
          <a:p>
            <a:pPr marL="285750" lvl="1">
              <a:buFont typeface="Courier New" panose="05000000000000000000" pitchFamily="2" charset="2"/>
              <a:buChar char="o"/>
            </a:pPr>
            <a:r>
              <a:rPr lang="en-US" dirty="0">
                <a:ea typeface="Calibri"/>
                <a:cs typeface="Calibri"/>
              </a:rPr>
              <a:t>MIN() Function</a:t>
            </a:r>
          </a:p>
          <a:p>
            <a:r>
              <a:rPr lang="en-US" b="1" dirty="0" err="1">
                <a:ea typeface="+mn-lt"/>
                <a:cs typeface="+mn-lt"/>
              </a:rPr>
              <a:t>mysql</a:t>
            </a:r>
            <a:r>
              <a:rPr lang="en-US" b="1" dirty="0">
                <a:ea typeface="+mn-lt"/>
                <a:cs typeface="+mn-lt"/>
              </a:rPr>
              <a:t>&gt; SELECT MIN(</a:t>
            </a:r>
            <a:r>
              <a:rPr lang="en-US" b="1" dirty="0" err="1">
                <a:ea typeface="+mn-lt"/>
                <a:cs typeface="+mn-lt"/>
              </a:rPr>
              <a:t>release_date</a:t>
            </a:r>
            <a:r>
              <a:rPr lang="en-US" b="1" dirty="0">
                <a:ea typeface="+mn-lt"/>
                <a:cs typeface="+mn-lt"/>
              </a:rPr>
              <a:t>) AS </a:t>
            </a:r>
            <a:r>
              <a:rPr lang="en-US" b="1" dirty="0" err="1">
                <a:ea typeface="+mn-lt"/>
                <a:cs typeface="+mn-lt"/>
              </a:rPr>
              <a:t>earliest_game</a:t>
            </a:r>
            <a:r>
              <a:rPr lang="en-US" b="1" dirty="0">
                <a:ea typeface="+mn-lt"/>
                <a:cs typeface="+mn-lt"/>
              </a:rPr>
              <a:t> FROM games;</a:t>
            </a:r>
            <a:endParaRPr lang="en-US" b="1" dirty="0"/>
          </a:p>
        </p:txBody>
      </p:sp>
      <p:sp>
        <p:nvSpPr>
          <p:cNvPr id="5" name="Rectangle 4">
            <a:extLst>
              <a:ext uri="{FF2B5EF4-FFF2-40B4-BE49-F238E27FC236}">
                <a16:creationId xmlns:a16="http://schemas.microsoft.com/office/drawing/2014/main" id="{363C4FE8-5CB7-67C8-697E-E291C5670122}"/>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776821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5F73-BEE2-9BCA-3589-5D5932F53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2E5C6-8839-E072-AE2F-3054E6D77DDB}"/>
              </a:ext>
            </a:extLst>
          </p:cNvPr>
          <p:cNvSpPr>
            <a:spLocks noGrp="1"/>
          </p:cNvSpPr>
          <p:nvPr>
            <p:ph type="title"/>
          </p:nvPr>
        </p:nvSpPr>
        <p:spPr>
          <a:xfrm>
            <a:off x="838200" y="2752402"/>
            <a:ext cx="10515600" cy="1325880"/>
          </a:xfrm>
          <a:noFill/>
        </p:spPr>
        <p:txBody>
          <a:bodyPr anchor="ctr"/>
          <a:lstStyle/>
          <a:p>
            <a:r>
              <a:rPr lang="en-US" dirty="0">
                <a:ea typeface="Calibri Light"/>
                <a:cs typeface="Calibri Light"/>
              </a:rPr>
              <a:t>Finish the worksheet!</a:t>
            </a:r>
          </a:p>
        </p:txBody>
      </p:sp>
      <p:sp>
        <p:nvSpPr>
          <p:cNvPr id="5" name="Rectangle 4">
            <a:extLst>
              <a:ext uri="{FF2B5EF4-FFF2-40B4-BE49-F238E27FC236}">
                <a16:creationId xmlns:a16="http://schemas.microsoft.com/office/drawing/2014/main" id="{DBC1A928-D09E-499A-04D4-2A0D98CA1C2F}"/>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39443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EC52E-A8DC-FFDC-D836-D6A2EF628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88957-78A1-7E00-F573-6E5C4BD86E24}"/>
              </a:ext>
            </a:extLst>
          </p:cNvPr>
          <p:cNvSpPr>
            <a:spLocks noGrp="1"/>
          </p:cNvSpPr>
          <p:nvPr>
            <p:ph type="title"/>
          </p:nvPr>
        </p:nvSpPr>
        <p:spPr>
          <a:xfrm>
            <a:off x="838200" y="365760"/>
            <a:ext cx="10515600" cy="1325880"/>
          </a:xfrm>
          <a:noFill/>
        </p:spPr>
        <p:txBody>
          <a:bodyPr anchor="ctr"/>
          <a:lstStyle/>
          <a:p>
            <a:r>
              <a:rPr lang="en-US" dirty="0">
                <a:ea typeface="Calibri Light"/>
                <a:cs typeface="Calibri Light"/>
              </a:rPr>
              <a:t>Conclusion</a:t>
            </a:r>
          </a:p>
        </p:txBody>
      </p:sp>
      <p:pic>
        <p:nvPicPr>
          <p:cNvPr id="6" name="Content Placeholder 5" descr="What is SQL Database: Structure, Types, Examples">
            <a:extLst>
              <a:ext uri="{FF2B5EF4-FFF2-40B4-BE49-F238E27FC236}">
                <a16:creationId xmlns:a16="http://schemas.microsoft.com/office/drawing/2014/main" id="{211692B6-6C6E-6ACC-E092-43273214BF49}"/>
              </a:ext>
            </a:extLst>
          </p:cNvPr>
          <p:cNvPicPr>
            <a:picLocks noGrp="1" noChangeAspect="1"/>
          </p:cNvPicPr>
          <p:nvPr>
            <p:ph sz="quarter" idx="13"/>
          </p:nvPr>
        </p:nvPicPr>
        <p:blipFill>
          <a:blip r:embed="rId3"/>
          <a:stretch>
            <a:fillRect/>
          </a:stretch>
        </p:blipFill>
        <p:spPr>
          <a:xfrm>
            <a:off x="6101392" y="2026448"/>
            <a:ext cx="5515206" cy="3929410"/>
          </a:xfrm>
          <a:prstGeom prst="rect">
            <a:avLst/>
          </a:prstGeom>
          <a:noFill/>
        </p:spPr>
      </p:pic>
      <p:sp>
        <p:nvSpPr>
          <p:cNvPr id="4" name="Content Placeholder 3">
            <a:extLst>
              <a:ext uri="{FF2B5EF4-FFF2-40B4-BE49-F238E27FC236}">
                <a16:creationId xmlns:a16="http://schemas.microsoft.com/office/drawing/2014/main" id="{4C3D91D3-5399-4278-9F8F-6D4126AEC3F9}"/>
              </a:ext>
            </a:extLst>
          </p:cNvPr>
          <p:cNvSpPr>
            <a:spLocks noGrp="1"/>
          </p:cNvSpPr>
          <p:nvPr>
            <p:ph sz="quarter" idx="14"/>
          </p:nvPr>
        </p:nvSpPr>
        <p:spPr>
          <a:xfrm>
            <a:off x="838248" y="2024780"/>
            <a:ext cx="4894006" cy="4137189"/>
          </a:xfrm>
          <a:noFill/>
        </p:spPr>
        <p:txBody>
          <a:bodyPr vert="horz" lIns="91440" tIns="45720" rIns="91440" bIns="45720" rtlCol="0" anchor="t">
            <a:normAutofit/>
          </a:bodyPr>
          <a:lstStyle/>
          <a:p>
            <a:pPr marL="285750" indent="-285750">
              <a:buFont typeface="Arial" panose="05000000000000000000" pitchFamily="2" charset="2"/>
              <a:buChar char="•"/>
            </a:pPr>
            <a:r>
              <a:rPr lang="en-US" dirty="0">
                <a:ea typeface="Calibri"/>
                <a:cs typeface="Calibri"/>
              </a:rPr>
              <a:t>We learned</a:t>
            </a:r>
          </a:p>
          <a:p>
            <a:pPr marL="285750" lvl="1">
              <a:buFont typeface="Courier New" panose="05000000000000000000" pitchFamily="2" charset="2"/>
              <a:buChar char="o"/>
            </a:pPr>
            <a:r>
              <a:rPr lang="en-US" b="1" dirty="0">
                <a:ea typeface="Calibri"/>
                <a:cs typeface="Calibri"/>
              </a:rPr>
              <a:t>Databases </a:t>
            </a:r>
            <a:r>
              <a:rPr lang="en-US" dirty="0">
                <a:ea typeface="Calibri"/>
                <a:cs typeface="Calibri"/>
              </a:rPr>
              <a:t>a collection of organized data</a:t>
            </a:r>
          </a:p>
          <a:p>
            <a:pPr marL="285750" lvl="1">
              <a:buFont typeface="Courier New" panose="05000000000000000000" pitchFamily="2" charset="2"/>
              <a:buChar char="o"/>
            </a:pPr>
            <a:r>
              <a:rPr lang="en-US" b="1" dirty="0">
                <a:ea typeface="Calibri"/>
                <a:cs typeface="Calibri"/>
              </a:rPr>
              <a:t>Relation databases</a:t>
            </a:r>
            <a:r>
              <a:rPr lang="en-US" dirty="0">
                <a:ea typeface="Calibri"/>
                <a:cs typeface="Calibri"/>
              </a:rPr>
              <a:t> tables</a:t>
            </a:r>
          </a:p>
          <a:p>
            <a:pPr marL="285750" lvl="1">
              <a:buFont typeface="Courier New" panose="05000000000000000000" pitchFamily="2" charset="2"/>
              <a:buChar char="o"/>
            </a:pPr>
            <a:r>
              <a:rPr lang="en-US" b="1" dirty="0">
                <a:ea typeface="Calibri"/>
                <a:cs typeface="Calibri"/>
              </a:rPr>
              <a:t>SQL </a:t>
            </a:r>
            <a:r>
              <a:rPr lang="en-US" dirty="0">
                <a:ea typeface="Calibri"/>
                <a:cs typeface="Calibri"/>
              </a:rPr>
              <a:t>an easy to learn programing language that is relational</a:t>
            </a:r>
          </a:p>
          <a:p>
            <a:pPr marL="285750" lvl="1">
              <a:buFont typeface="Courier New" panose="05000000000000000000" pitchFamily="2" charset="2"/>
              <a:buChar char="o"/>
            </a:pPr>
            <a:r>
              <a:rPr lang="en-US" b="1" dirty="0">
                <a:ea typeface="Calibri"/>
                <a:cs typeface="Calibri"/>
              </a:rPr>
              <a:t>CRUD</a:t>
            </a:r>
            <a:r>
              <a:rPr lang="en-US" dirty="0">
                <a:ea typeface="Calibri"/>
                <a:cs typeface="Calibri"/>
              </a:rPr>
              <a:t>, Create, Read, Update, and Delete</a:t>
            </a:r>
          </a:p>
          <a:p>
            <a:pPr marL="285750" lvl="1">
              <a:buFont typeface="Courier New" panose="05000000000000000000" pitchFamily="2" charset="2"/>
              <a:buChar char="o"/>
            </a:pPr>
            <a:r>
              <a:rPr lang="en-US" b="1" dirty="0">
                <a:ea typeface="Calibri"/>
                <a:cs typeface="Calibri"/>
              </a:rPr>
              <a:t>Clauses </a:t>
            </a:r>
            <a:r>
              <a:rPr lang="en-US" dirty="0">
                <a:ea typeface="Calibri"/>
                <a:cs typeface="Calibri"/>
              </a:rPr>
              <a:t>define how data is retrieved</a:t>
            </a:r>
          </a:p>
          <a:p>
            <a:pPr marL="285750" lvl="1">
              <a:buFont typeface="Courier New" panose="05000000000000000000" pitchFamily="2" charset="2"/>
              <a:buChar char="o"/>
            </a:pPr>
            <a:r>
              <a:rPr lang="en-US" b="1" dirty="0">
                <a:ea typeface="Calibri"/>
                <a:cs typeface="Calibri"/>
              </a:rPr>
              <a:t>Operators and functions </a:t>
            </a:r>
            <a:r>
              <a:rPr lang="en-US" dirty="0">
                <a:ea typeface="Calibri"/>
                <a:cs typeface="Calibri"/>
              </a:rPr>
              <a:t>help filter and manipulate data</a:t>
            </a:r>
          </a:p>
          <a:p>
            <a:pPr marL="285750" lvl="1">
              <a:buFont typeface="Courier New" panose="05000000000000000000" pitchFamily="2" charset="2"/>
              <a:buChar char="o"/>
            </a:pPr>
            <a:endParaRPr lang="en-US" dirty="0">
              <a:ea typeface="Calibri"/>
              <a:cs typeface="Calibri"/>
            </a:endParaRPr>
          </a:p>
        </p:txBody>
      </p:sp>
      <p:sp>
        <p:nvSpPr>
          <p:cNvPr id="5" name="Rectangle 4">
            <a:extLst>
              <a:ext uri="{FF2B5EF4-FFF2-40B4-BE49-F238E27FC236}">
                <a16:creationId xmlns:a16="http://schemas.microsoft.com/office/drawing/2014/main" id="{6A16F7AF-4D7B-779F-ABDC-089BE93DA46F}"/>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4108860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760"/>
            <a:ext cx="10515600" cy="1325880"/>
          </a:xfrm>
          <a:noFill/>
        </p:spPr>
        <p:txBody>
          <a:bodyPr anchor="ctr"/>
          <a:lstStyle/>
          <a:p>
            <a:r>
              <a:rPr lang="en-US" dirty="0"/>
              <a:t>Social Media</a:t>
            </a:r>
          </a:p>
        </p:txBody>
      </p:sp>
      <p:sp>
        <p:nvSpPr>
          <p:cNvPr id="52" name="Content Placeholder 51">
            <a:extLst>
              <a:ext uri="{FF2B5EF4-FFF2-40B4-BE49-F238E27FC236}">
                <a16:creationId xmlns:a16="http://schemas.microsoft.com/office/drawing/2014/main" id="{F2CCE123-860F-8623-781F-12CEA66980F5}"/>
              </a:ext>
            </a:extLst>
          </p:cNvPr>
          <p:cNvSpPr>
            <a:spLocks noGrp="1"/>
          </p:cNvSpPr>
          <p:nvPr>
            <p:ph sz="quarter" idx="13"/>
          </p:nvPr>
        </p:nvSpPr>
        <p:spPr>
          <a:xfrm>
            <a:off x="838200" y="2024781"/>
            <a:ext cx="2878394" cy="4137189"/>
          </a:xfrm>
        </p:spPr>
        <p:txBody>
          <a:bodyPr/>
          <a:lstStyle/>
          <a:p>
            <a:pPr marL="0" indent="0" algn="ctr">
              <a:buNone/>
            </a:pPr>
            <a:r>
              <a:rPr lang="en-US" dirty="0"/>
              <a:t>Instagram</a:t>
            </a:r>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quarter" idx="14"/>
          </p:nvPr>
        </p:nvSpPr>
        <p:spPr>
          <a:xfrm>
            <a:off x="3842491" y="1998276"/>
            <a:ext cx="4894006" cy="4137189"/>
          </a:xfrm>
          <a:noFill/>
        </p:spPr>
        <p:txBody>
          <a:bodyPr vert="horz" lIns="91440" tIns="45720" rIns="91440" bIns="45720" rtlCol="0" anchor="t">
            <a:normAutofit/>
          </a:bodyPr>
          <a:lstStyle/>
          <a:p>
            <a:pPr algn="ctr"/>
            <a:r>
              <a:rPr lang="en-US" dirty="0"/>
              <a:t>Discord</a:t>
            </a:r>
          </a:p>
          <a:p>
            <a:pPr algn="ctr"/>
            <a:endParaRPr lang="en-US" dirty="0">
              <a:ea typeface="Calibri"/>
              <a:cs typeface="Calibri"/>
            </a:endParaRPr>
          </a:p>
          <a:p>
            <a:pPr algn="ctr"/>
            <a:endParaRPr lang="en-US" dirty="0">
              <a:ea typeface="Calibri"/>
              <a:cs typeface="Calibri"/>
            </a:endParaRPr>
          </a:p>
          <a:p>
            <a:pPr algn="ctr"/>
            <a:endParaRPr lang="en-US" dirty="0">
              <a:ea typeface="Calibri"/>
              <a:cs typeface="Calibri"/>
            </a:endParaRPr>
          </a:p>
          <a:p>
            <a:pPr algn="ctr"/>
            <a:endParaRPr lang="en-US" dirty="0">
              <a:ea typeface="Calibri"/>
              <a:cs typeface="Calibri"/>
            </a:endParaRPr>
          </a:p>
          <a:p>
            <a:pPr algn="ctr"/>
            <a:endParaRPr lang="en-US" dirty="0">
              <a:ea typeface="Calibri"/>
              <a:cs typeface="Calibri"/>
            </a:endParaRPr>
          </a:p>
          <a:p>
            <a:pPr algn="ctr"/>
            <a:endParaRPr lang="en-US" dirty="0">
              <a:ea typeface="Calibri"/>
              <a:cs typeface="Calibri"/>
            </a:endParaRPr>
          </a:p>
          <a:p>
            <a:pPr algn="ctr"/>
            <a:endParaRPr lang="en-US" dirty="0">
              <a:ea typeface="Calibri"/>
              <a:cs typeface="Calibri"/>
            </a:endParaRPr>
          </a:p>
          <a:p>
            <a:pPr algn="ctr"/>
            <a:endParaRPr lang="en-US" dirty="0">
              <a:ea typeface="Calibri"/>
              <a:cs typeface="Calibri"/>
            </a:endParaRPr>
          </a:p>
          <a:p>
            <a:pPr algn="ctr"/>
            <a:endParaRPr lang="en-US" dirty="0">
              <a:ea typeface="Calibri"/>
              <a:cs typeface="Calibri"/>
            </a:endParaRPr>
          </a:p>
          <a:p>
            <a:pPr algn="ctr"/>
            <a:r>
              <a:rPr lang="en-US" dirty="0">
                <a:ea typeface="Calibri"/>
                <a:cs typeface="Calibri"/>
              </a:rPr>
              <a:t>https://dsc.gg/bsucyber</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8" name="Picture 7" descr="A qr code with a logo&#10;&#10;Description automatically generated">
            <a:extLst>
              <a:ext uri="{FF2B5EF4-FFF2-40B4-BE49-F238E27FC236}">
                <a16:creationId xmlns:a16="http://schemas.microsoft.com/office/drawing/2014/main" id="{7C2D2093-971B-5E61-31E0-2C09D546B7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490" y="2520995"/>
            <a:ext cx="2737104" cy="3144757"/>
          </a:xfrm>
          <a:prstGeom prst="rect">
            <a:avLst/>
          </a:prstGeom>
        </p:spPr>
      </p:pic>
      <p:sp>
        <p:nvSpPr>
          <p:cNvPr id="3" name="TextBox 2">
            <a:extLst>
              <a:ext uri="{FF2B5EF4-FFF2-40B4-BE49-F238E27FC236}">
                <a16:creationId xmlns:a16="http://schemas.microsoft.com/office/drawing/2014/main" id="{F0D13A84-6D8E-53DB-458B-9FD8BAFB6426}"/>
              </a:ext>
            </a:extLst>
          </p:cNvPr>
          <p:cNvSpPr txBox="1"/>
          <p:nvPr/>
        </p:nvSpPr>
        <p:spPr>
          <a:xfrm>
            <a:off x="8935064" y="1997176"/>
            <a:ext cx="242119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ea typeface="Calibri"/>
                <a:cs typeface="Calibri"/>
              </a:rPr>
              <a:t>Be Connected</a:t>
            </a:r>
            <a:endParaRPr lang="en-US">
              <a:ea typeface="Calibri"/>
              <a:cs typeface="Calibri"/>
            </a:endParaRPr>
          </a:p>
          <a:p>
            <a:pPr algn="ctr"/>
            <a:r>
              <a:rPr lang="en-US" dirty="0">
                <a:ea typeface="Calibri"/>
                <a:cs typeface="Calibri"/>
              </a:rPr>
              <a:t>(Attendance)</a:t>
            </a:r>
            <a:endParaRPr lang="en-US">
              <a:ea typeface="Calibri"/>
              <a:cs typeface="Calibri"/>
            </a:endParaRPr>
          </a:p>
          <a:p>
            <a:endParaRPr lang="en-US" dirty="0">
              <a:ea typeface="Calibri"/>
              <a:cs typeface="Calibri"/>
            </a:endParaRPr>
          </a:p>
        </p:txBody>
      </p:sp>
      <p:pic>
        <p:nvPicPr>
          <p:cNvPr id="6" name="Picture 5" descr="A qr code on a white background&#10;&#10;AI-generated content may be incorrect.">
            <a:extLst>
              <a:ext uri="{FF2B5EF4-FFF2-40B4-BE49-F238E27FC236}">
                <a16:creationId xmlns:a16="http://schemas.microsoft.com/office/drawing/2014/main" id="{5167DE7F-FE1E-5D4B-F4D8-07920C672A17}"/>
              </a:ext>
            </a:extLst>
          </p:cNvPr>
          <p:cNvPicPr>
            <a:picLocks noChangeAspect="1"/>
          </p:cNvPicPr>
          <p:nvPr/>
        </p:nvPicPr>
        <p:blipFill>
          <a:blip r:embed="rId4"/>
          <a:stretch>
            <a:fillRect/>
          </a:stretch>
        </p:blipFill>
        <p:spPr>
          <a:xfrm>
            <a:off x="4661030" y="2458064"/>
            <a:ext cx="3255036" cy="3203678"/>
          </a:xfrm>
          <a:prstGeom prst="rect">
            <a:avLst/>
          </a:prstGeom>
        </p:spPr>
      </p:pic>
      <p:pic>
        <p:nvPicPr>
          <p:cNvPr id="7" name="Picture 6" descr="A qr code on a white background&#10;&#10;AI-generated content may be incorrect.">
            <a:extLst>
              <a:ext uri="{FF2B5EF4-FFF2-40B4-BE49-F238E27FC236}">
                <a16:creationId xmlns:a16="http://schemas.microsoft.com/office/drawing/2014/main" id="{C292721C-1F4F-4635-D1E5-31D0B47B9837}"/>
              </a:ext>
            </a:extLst>
          </p:cNvPr>
          <p:cNvPicPr>
            <a:picLocks noChangeAspect="1"/>
          </p:cNvPicPr>
          <p:nvPr/>
        </p:nvPicPr>
        <p:blipFill>
          <a:blip r:embed="rId5"/>
          <a:stretch>
            <a:fillRect/>
          </a:stretch>
        </p:blipFill>
        <p:spPr>
          <a:xfrm>
            <a:off x="8734602" y="2699096"/>
            <a:ext cx="3013689" cy="2955514"/>
          </a:xfrm>
          <a:prstGeom prst="rect">
            <a:avLst/>
          </a:prstGeom>
        </p:spPr>
      </p:pic>
    </p:spTree>
    <p:extLst>
      <p:ext uri="{BB962C8B-B14F-4D97-AF65-F5344CB8AC3E}">
        <p14:creationId xmlns:p14="http://schemas.microsoft.com/office/powerpoint/2010/main" val="2919811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075" y="1210711"/>
            <a:ext cx="9467127" cy="2527911"/>
          </a:xfrm>
        </p:spPr>
        <p:txBody>
          <a:bodyPr/>
          <a:lstStyle/>
          <a:p>
            <a:r>
              <a:rPr lang="en-US" dirty="0"/>
              <a:t>Questions</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endParaRPr lang="en-US" dirty="0"/>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e399ec9-07ee-4062-b027-fd0b9267421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1BD70D31801F64498B34939F9D9E0DE" ma:contentTypeVersion="11" ma:contentTypeDescription="Create a new document." ma:contentTypeScope="" ma:versionID="71c4fc79c94cf855902de1a12d2c5fe6">
  <xsd:schema xmlns:xsd="http://www.w3.org/2001/XMLSchema" xmlns:xs="http://www.w3.org/2001/XMLSchema" xmlns:p="http://schemas.microsoft.com/office/2006/metadata/properties" xmlns:ns3="6e399ec9-07ee-4062-b027-fd0b92674212" targetNamespace="http://schemas.microsoft.com/office/2006/metadata/properties" ma:root="true" ma:fieldsID="6aa90e82da149648f5f53fcd40789a27" ns3:_="">
    <xsd:import namespace="6e399ec9-07ee-4062-b027-fd0b92674212"/>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_activity"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399ec9-07ee-4062-b027-fd0b926742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85C2645A-E767-4D7E-984D-234E531E4556}">
  <ds:schemaRefs>
    <ds:schemaRef ds:uri="http://schemas.microsoft.com/office/infopath/2007/PartnerControls"/>
    <ds:schemaRef ds:uri="http://purl.org/dc/terms/"/>
    <ds:schemaRef ds:uri="http://www.w3.org/XML/1998/namespace"/>
    <ds:schemaRef ds:uri="6e399ec9-07ee-4062-b027-fd0b92674212"/>
    <ds:schemaRef ds:uri="http://schemas.microsoft.com/office/2006/metadata/properties"/>
    <ds:schemaRef ds:uri="http://purl.org/dc/dcmitype/"/>
    <ds:schemaRef ds:uri="http://schemas.microsoft.com/office/2006/documentManagement/type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0DF73B1A-B6F9-43BC-BF8C-D4E1F4CBC1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399ec9-07ee-4062-b027-fd0b926742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{EB228CB6-ADCF-49B3-8CAE-BD5A7D9061DE}tf55661986_win32</Template>
  <TotalTime>3</TotalTime>
  <Words>24</Words>
  <Application>Microsoft Office PowerPoint</Application>
  <PresentationFormat>Widescreen</PresentationFormat>
  <Paragraphs>22</Paragraphs>
  <Slides>29</Slides>
  <Notes>27</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Custom</vt:lpstr>
      <vt:lpstr>Cybersecurity club</vt:lpstr>
      <vt:lpstr>AGENDA</vt:lpstr>
      <vt:lpstr>Cybersecurity News</vt:lpstr>
      <vt:lpstr>Databases</vt:lpstr>
      <vt:lpstr>Relational Database</vt:lpstr>
      <vt:lpstr>Relational Database </vt:lpstr>
      <vt:lpstr>SQL?</vt:lpstr>
      <vt:lpstr>Hands on (Download)</vt:lpstr>
      <vt:lpstr>Hands on (Create database)</vt:lpstr>
      <vt:lpstr>Hands on (Create tables)</vt:lpstr>
      <vt:lpstr>Hands on (Tables)</vt:lpstr>
      <vt:lpstr>CRUD</vt:lpstr>
      <vt:lpstr>CRUD</vt:lpstr>
      <vt:lpstr>CRUD</vt:lpstr>
      <vt:lpstr>Importing and exporting</vt:lpstr>
      <vt:lpstr>Clauses</vt:lpstr>
      <vt:lpstr>clauses</vt:lpstr>
      <vt:lpstr>Operators</vt:lpstr>
      <vt:lpstr>Operators</vt:lpstr>
      <vt:lpstr>Operators</vt:lpstr>
      <vt:lpstr>Operators</vt:lpstr>
      <vt:lpstr>Functions</vt:lpstr>
      <vt:lpstr>Functions</vt:lpstr>
      <vt:lpstr>FUNCTIONS</vt:lpstr>
      <vt:lpstr>Functions</vt:lpstr>
      <vt:lpstr>Finish the worksheet!</vt:lpstr>
      <vt:lpstr>Conclusion</vt:lpstr>
      <vt:lpstr>Social Media</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Tricker, Ian</dc:creator>
  <cp:lastModifiedBy>Tricker, Ian</cp:lastModifiedBy>
  <cp:revision>1096</cp:revision>
  <dcterms:created xsi:type="dcterms:W3CDTF">2025-01-28T02:47:02Z</dcterms:created>
  <dcterms:modified xsi:type="dcterms:W3CDTF">2026-01-29T16:33:00Z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0x01010051BD70D31801F64498B34939F9D9E0DE</vt:lpwstr>
  </property>
  <property fmtid="{D5CDD505-2E9C-101B-9397-08002B2CF9AE}" pid="3" name="MediaServiceImageTags">
    <vt:lpwstr/>
  </property>
</Properties>
</file>